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256" r:id="rId2"/>
    <p:sldId id="310" r:id="rId3"/>
    <p:sldId id="305" r:id="rId4"/>
    <p:sldId id="306" r:id="rId5"/>
    <p:sldId id="307" r:id="rId6"/>
    <p:sldId id="308" r:id="rId7"/>
    <p:sldId id="315" r:id="rId8"/>
    <p:sldId id="312" r:id="rId9"/>
    <p:sldId id="313" r:id="rId10"/>
    <p:sldId id="316" r:id="rId11"/>
    <p:sldId id="317" r:id="rId12"/>
    <p:sldId id="318" r:id="rId13"/>
    <p:sldId id="303" r:id="rId14"/>
    <p:sldId id="319" r:id="rId15"/>
    <p:sldId id="309" r:id="rId16"/>
    <p:sldId id="301" r:id="rId17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19"/>
    </p:embeddedFont>
    <p:embeddedFont>
      <p:font typeface="Anaheim" panose="020B0604020202020204" charset="0"/>
      <p:regular r:id="rId20"/>
      <p:bold r:id="rId21"/>
    </p:embeddedFont>
    <p:embeddedFont>
      <p:font typeface="Baloo 2 ExtraBold" panose="020B0604020202020204" charset="0"/>
      <p:bold r:id="rId22"/>
    </p:embeddedFon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Nunito Light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  <a:srgbClr val="1E8449"/>
    <a:srgbClr val="E9F7EF"/>
    <a:srgbClr val="FDEEEE"/>
    <a:srgbClr val="EB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F6D128-4EB2-448E-8E4A-832DAD6B088F}" v="164" dt="2026-05-04T04:20:28.225"/>
  </p1510:revLst>
</p1510:revInfo>
</file>

<file path=ppt/tableStyles.xml><?xml version="1.0" encoding="utf-8"?>
<a:tblStyleLst xmlns:a="http://schemas.openxmlformats.org/drawingml/2006/main" def="{A953E02C-6211-48B1-87DE-E78E7DAAB3B4}">
  <a:tblStyle styleId="{A953E02C-6211-48B1-87DE-E78E7DAAB3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F83AF7-ECDD-4084-864C-5DE6123070E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41" autoAdjust="0"/>
  </p:normalViewPr>
  <p:slideViewPr>
    <p:cSldViewPr snapToGrid="0">
      <p:cViewPr varScale="1">
        <p:scale>
          <a:sx n="129" d="100"/>
          <a:sy n="129" d="100"/>
        </p:scale>
        <p:origin x="11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ória Santos" userId="2668e8fceaf84e44" providerId="LiveId" clId="{8FA039D7-FDE6-4119-AD42-1545D3E406A6}"/>
    <pc:docChg chg="custSel addSld delSld modSld sldOrd">
      <pc:chgData name="Vitória Santos" userId="2668e8fceaf84e44" providerId="LiveId" clId="{8FA039D7-FDE6-4119-AD42-1545D3E406A6}" dt="2026-05-04T04:24:02.121" v="391" actId="729"/>
      <pc:docMkLst>
        <pc:docMk/>
      </pc:docMkLst>
      <pc:sldChg chg="addSp delSp modSp modTransition modAnim modNotesTx">
        <pc:chgData name="Vitória Santos" userId="2668e8fceaf84e44" providerId="LiveId" clId="{8FA039D7-FDE6-4119-AD42-1545D3E406A6}" dt="2026-05-04T03:41:13.838" v="297"/>
        <pc:sldMkLst>
          <pc:docMk/>
          <pc:sldMk cId="0" sldId="256"/>
        </pc:sldMkLst>
        <pc:picChg chg="add del mod">
          <ac:chgData name="Vitória Santos" userId="2668e8fceaf84e44" providerId="LiveId" clId="{8FA039D7-FDE6-4119-AD42-1545D3E406A6}" dt="2026-05-04T03:00:11.873" v="182"/>
          <ac:picMkLst>
            <pc:docMk/>
            <pc:sldMk cId="0" sldId="256"/>
            <ac:picMk id="2" creationId="{A4210DC4-B0D5-1BAB-CA4C-5168703180F6}"/>
          </ac:picMkLst>
        </pc:picChg>
        <pc:picChg chg="add del mod">
          <ac:chgData name="Vitória Santos" userId="2668e8fceaf84e44" providerId="LiveId" clId="{8FA039D7-FDE6-4119-AD42-1545D3E406A6}" dt="2026-05-04T03:02:04.927" v="184"/>
          <ac:picMkLst>
            <pc:docMk/>
            <pc:sldMk cId="0" sldId="256"/>
            <ac:picMk id="3" creationId="{9BE473B2-D331-46C8-6DFF-E7DA54D2CDA8}"/>
          </ac:picMkLst>
        </pc:picChg>
        <pc:picChg chg="add del mod">
          <ac:chgData name="Vitória Santos" userId="2668e8fceaf84e44" providerId="LiveId" clId="{8FA039D7-FDE6-4119-AD42-1545D3E406A6}" dt="2026-05-04T03:03:08.571" v="186"/>
          <ac:picMkLst>
            <pc:docMk/>
            <pc:sldMk cId="0" sldId="256"/>
            <ac:picMk id="4" creationId="{6660555B-42ED-FFB4-3CB3-F31C9E240EF0}"/>
          </ac:picMkLst>
        </pc:picChg>
        <pc:picChg chg="add del mod">
          <ac:chgData name="Vitória Santos" userId="2668e8fceaf84e44" providerId="LiveId" clId="{8FA039D7-FDE6-4119-AD42-1545D3E406A6}" dt="2026-05-04T03:04:00.892" v="188"/>
          <ac:picMkLst>
            <pc:docMk/>
            <pc:sldMk cId="0" sldId="256"/>
            <ac:picMk id="5" creationId="{9DB280DD-DE40-BA43-CC8E-8BDE54C3F89D}"/>
          </ac:picMkLst>
        </pc:picChg>
        <pc:picChg chg="add del mod">
          <ac:chgData name="Vitória Santos" userId="2668e8fceaf84e44" providerId="LiveId" clId="{8FA039D7-FDE6-4119-AD42-1545D3E406A6}" dt="2026-05-04T03:04:17.743" v="190"/>
          <ac:picMkLst>
            <pc:docMk/>
            <pc:sldMk cId="0" sldId="256"/>
            <ac:picMk id="6" creationId="{D611E144-F9C5-68D6-3781-3FBD4AA26F76}"/>
          </ac:picMkLst>
        </pc:picChg>
        <pc:picChg chg="add del mod">
          <ac:chgData name="Vitória Santos" userId="2668e8fceaf84e44" providerId="LiveId" clId="{8FA039D7-FDE6-4119-AD42-1545D3E406A6}" dt="2026-05-04T03:05:07.189" v="192"/>
          <ac:picMkLst>
            <pc:docMk/>
            <pc:sldMk cId="0" sldId="256"/>
            <ac:picMk id="7" creationId="{EED5D35F-A4E3-226D-DCE4-42153220FF8D}"/>
          </ac:picMkLst>
        </pc:picChg>
        <pc:picChg chg="add del mod">
          <ac:chgData name="Vitória Santos" userId="2668e8fceaf84e44" providerId="LiveId" clId="{8FA039D7-FDE6-4119-AD42-1545D3E406A6}" dt="2026-05-04T03:05:24.338" v="194"/>
          <ac:picMkLst>
            <pc:docMk/>
            <pc:sldMk cId="0" sldId="256"/>
            <ac:picMk id="8" creationId="{716657F0-B821-B6FB-E51A-DF3A34F0670C}"/>
          </ac:picMkLst>
        </pc:picChg>
        <pc:picChg chg="add del mod">
          <ac:chgData name="Vitória Santos" userId="2668e8fceaf84e44" providerId="LiveId" clId="{8FA039D7-FDE6-4119-AD42-1545D3E406A6}" dt="2026-05-04T03:07:01.570" v="197"/>
          <ac:picMkLst>
            <pc:docMk/>
            <pc:sldMk cId="0" sldId="256"/>
            <ac:picMk id="9" creationId="{15BCF54D-72AE-1B00-D7F8-E183F4FE99EB}"/>
          </ac:picMkLst>
        </pc:picChg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0" sldId="256"/>
            <ac:picMk id="10" creationId="{761763DE-BDE9-38B8-38E4-E48DC5C62858}"/>
          </ac:picMkLst>
        </pc:picChg>
        <pc:picChg chg="add del mod">
          <ac:chgData name="Vitória Santos" userId="2668e8fceaf84e44" providerId="LiveId" clId="{8FA039D7-FDE6-4119-AD42-1545D3E406A6}" dt="2026-05-04T03:38:59.070" v="289"/>
          <ac:picMkLst>
            <pc:docMk/>
            <pc:sldMk cId="0" sldId="256"/>
            <ac:picMk id="11" creationId="{794B1D7E-B3E6-0810-1799-26276A76D229}"/>
          </ac:picMkLst>
        </pc:picChg>
        <pc:picChg chg="add del mod">
          <ac:chgData name="Vitória Santos" userId="2668e8fceaf84e44" providerId="LiveId" clId="{8FA039D7-FDE6-4119-AD42-1545D3E406A6}" dt="2026-05-04T03:39:09.920" v="291"/>
          <ac:picMkLst>
            <pc:docMk/>
            <pc:sldMk cId="0" sldId="256"/>
            <ac:picMk id="12" creationId="{6F24B0E5-7059-E653-F44F-CEA5C11F4D56}"/>
          </ac:picMkLst>
        </pc:picChg>
        <pc:picChg chg="add del mod">
          <ac:chgData name="Vitória Santos" userId="2668e8fceaf84e44" providerId="LiveId" clId="{8FA039D7-FDE6-4119-AD42-1545D3E406A6}" dt="2026-05-04T03:39:52.734" v="294"/>
          <ac:picMkLst>
            <pc:docMk/>
            <pc:sldMk cId="0" sldId="256"/>
            <ac:picMk id="13" creationId="{B836317A-FF0D-EAF5-6207-7A07D299E597}"/>
          </ac:picMkLst>
        </pc:picChg>
        <pc:picChg chg="add del mod">
          <ac:chgData name="Vitória Santos" userId="2668e8fceaf84e44" providerId="LiveId" clId="{8FA039D7-FDE6-4119-AD42-1545D3E406A6}" dt="2026-05-04T03:40:29.546" v="296"/>
          <ac:picMkLst>
            <pc:docMk/>
            <pc:sldMk cId="0" sldId="256"/>
            <ac:picMk id="14" creationId="{0ABB6075-6B5D-9ED9-CE7B-631FFF2F0C73}"/>
          </ac:picMkLst>
        </pc:picChg>
        <pc:picChg chg="add mod">
          <ac:chgData name="Vitória Santos" userId="2668e8fceaf84e44" providerId="LiveId" clId="{8FA039D7-FDE6-4119-AD42-1545D3E406A6}" dt="2026-05-04T03:41:13.838" v="297"/>
          <ac:picMkLst>
            <pc:docMk/>
            <pc:sldMk cId="0" sldId="256"/>
            <ac:picMk id="15" creationId="{6B5FF6F7-18BD-9987-D9A3-689A4CB77F35}"/>
          </ac:picMkLst>
        </pc:picChg>
      </pc:sldChg>
      <pc:sldChg chg="addSp delSp modSp del modTransition modAnim modNotesTx">
        <pc:chgData name="Vitória Santos" userId="2668e8fceaf84e44" providerId="LiveId" clId="{8FA039D7-FDE6-4119-AD42-1545D3E406A6}" dt="2026-05-04T03:09:09.874" v="200" actId="47"/>
        <pc:sldMkLst>
          <pc:docMk/>
          <pc:sldMk cId="0" sldId="258"/>
        </pc:sldMkLst>
        <pc:picChg chg="add mod">
          <ac:chgData name="Vitória Santos" userId="2668e8fceaf84e44" providerId="LiveId" clId="{8FA039D7-FDE6-4119-AD42-1545D3E406A6}" dt="2026-05-04T02:56:58.676" v="180"/>
          <ac:picMkLst>
            <pc:docMk/>
            <pc:sldMk cId="0" sldId="258"/>
            <ac:picMk id="2" creationId="{E896C9DA-0146-E224-6469-7CED82FE481A}"/>
          </ac:picMkLst>
        </pc:picChg>
        <pc:picChg chg="add del mod">
          <ac:chgData name="Vitória Santos" userId="2668e8fceaf84e44" providerId="LiveId" clId="{8FA039D7-FDE6-4119-AD42-1545D3E406A6}" dt="2026-05-04T03:02:04.927" v="184"/>
          <ac:picMkLst>
            <pc:docMk/>
            <pc:sldMk cId="0" sldId="258"/>
            <ac:picMk id="3" creationId="{4FE65BDA-D74C-7103-FB36-9B16399C4083}"/>
          </ac:picMkLst>
        </pc:picChg>
        <pc:picChg chg="add del mod">
          <ac:chgData name="Vitória Santos" userId="2668e8fceaf84e44" providerId="LiveId" clId="{8FA039D7-FDE6-4119-AD42-1545D3E406A6}" dt="2026-05-04T03:05:07.189" v="192"/>
          <ac:picMkLst>
            <pc:docMk/>
            <pc:sldMk cId="0" sldId="258"/>
            <ac:picMk id="4" creationId="{0E1794A3-BD13-E4D4-2E24-B6DD7A64D882}"/>
          </ac:picMkLst>
        </pc:picChg>
        <pc:picChg chg="add del mod">
          <ac:chgData name="Vitória Santos" userId="2668e8fceaf84e44" providerId="LiveId" clId="{8FA039D7-FDE6-4119-AD42-1545D3E406A6}" dt="2026-05-04T03:06:59.748" v="196"/>
          <ac:picMkLst>
            <pc:docMk/>
            <pc:sldMk cId="0" sldId="258"/>
            <ac:picMk id="5" creationId="{0380CEB1-14C3-CAC2-779E-8EF528BED862}"/>
          </ac:picMkLst>
        </pc:picChg>
      </pc:sldChg>
      <pc:sldChg chg="addSp delSp modSp modTransition modAnim">
        <pc:chgData name="Vitória Santos" userId="2668e8fceaf84e44" providerId="LiveId" clId="{8FA039D7-FDE6-4119-AD42-1545D3E406A6}" dt="2026-05-04T04:05:48.030" v="358"/>
        <pc:sldMkLst>
          <pc:docMk/>
          <pc:sldMk cId="2500024095" sldId="301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2500024095" sldId="301"/>
            <ac:picMk id="2" creationId="{C61EE733-35B6-86F5-530F-B309E20261DE}"/>
          </ac:picMkLst>
        </pc:picChg>
        <pc:picChg chg="add del mod">
          <ac:chgData name="Vitória Santos" userId="2668e8fceaf84e44" providerId="LiveId" clId="{8FA039D7-FDE6-4119-AD42-1545D3E406A6}" dt="2026-05-04T04:05:42.711" v="357"/>
          <ac:picMkLst>
            <pc:docMk/>
            <pc:sldMk cId="2500024095" sldId="301"/>
            <ac:picMk id="3" creationId="{E697573F-583D-68BE-4B27-EA2169F21FE5}"/>
          </ac:picMkLst>
        </pc:picChg>
        <pc:picChg chg="add mod">
          <ac:chgData name="Vitória Santos" userId="2668e8fceaf84e44" providerId="LiveId" clId="{8FA039D7-FDE6-4119-AD42-1545D3E406A6}" dt="2026-05-04T04:05:48.030" v="358"/>
          <ac:picMkLst>
            <pc:docMk/>
            <pc:sldMk cId="2500024095" sldId="301"/>
            <ac:picMk id="4" creationId="{7CC9644C-D2FA-ECB2-CA31-CC53F5D1833D}"/>
          </ac:picMkLst>
        </pc:picChg>
      </pc:sldChg>
      <pc:sldChg chg="addSp delSp modSp modTransition modAnim">
        <pc:chgData name="Vitória Santos" userId="2668e8fceaf84e44" providerId="LiveId" clId="{8FA039D7-FDE6-4119-AD42-1545D3E406A6}" dt="2026-05-04T04:02:22.443" v="349"/>
        <pc:sldMkLst>
          <pc:docMk/>
          <pc:sldMk cId="3479141513" sldId="303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479141513" sldId="303"/>
            <ac:picMk id="2" creationId="{ACDDC15A-6764-4940-F56E-F587CFF98BB7}"/>
          </ac:picMkLst>
        </pc:picChg>
        <pc:picChg chg="add del mod">
          <ac:chgData name="Vitória Santos" userId="2668e8fceaf84e44" providerId="LiveId" clId="{8FA039D7-FDE6-4119-AD42-1545D3E406A6}" dt="2026-05-04T04:01:45.391" v="348"/>
          <ac:picMkLst>
            <pc:docMk/>
            <pc:sldMk cId="3479141513" sldId="303"/>
            <ac:picMk id="3" creationId="{954891C7-D965-EBC8-219E-D57D2C8E8F70}"/>
          </ac:picMkLst>
        </pc:picChg>
        <pc:picChg chg="add mod">
          <ac:chgData name="Vitória Santos" userId="2668e8fceaf84e44" providerId="LiveId" clId="{8FA039D7-FDE6-4119-AD42-1545D3E406A6}" dt="2026-05-04T04:02:22.443" v="349"/>
          <ac:picMkLst>
            <pc:docMk/>
            <pc:sldMk cId="3479141513" sldId="303"/>
            <ac:picMk id="4" creationId="{A1A612A4-02F8-12B8-BBDD-FEC2EE8D069B}"/>
          </ac:picMkLst>
        </pc:picChg>
      </pc:sldChg>
      <pc:sldChg chg="addSp delSp modSp modTransition modAnim">
        <pc:chgData name="Vitória Santos" userId="2668e8fceaf84e44" providerId="LiveId" clId="{8FA039D7-FDE6-4119-AD42-1545D3E406A6}" dt="2026-05-04T04:08:09.213" v="362"/>
        <pc:sldMkLst>
          <pc:docMk/>
          <pc:sldMk cId="1150500417" sldId="305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1150500417" sldId="305"/>
            <ac:picMk id="4" creationId="{1FA9091E-C1D5-6D06-1D2D-0A4802420247}"/>
          </ac:picMkLst>
        </pc:picChg>
        <pc:picChg chg="add del mod">
          <ac:chgData name="Vitória Santos" userId="2668e8fceaf84e44" providerId="LiveId" clId="{8FA039D7-FDE6-4119-AD42-1545D3E406A6}" dt="2026-05-04T03:38:59.070" v="289"/>
          <ac:picMkLst>
            <pc:docMk/>
            <pc:sldMk cId="1150500417" sldId="305"/>
            <ac:picMk id="7" creationId="{06D3A7DF-2E3D-9EDD-2624-95E48C6220CF}"/>
          </ac:picMkLst>
        </pc:picChg>
        <pc:picChg chg="add del mod">
          <ac:chgData name="Vitória Santos" userId="2668e8fceaf84e44" providerId="LiveId" clId="{8FA039D7-FDE6-4119-AD42-1545D3E406A6}" dt="2026-05-04T03:41:19.065" v="298"/>
          <ac:picMkLst>
            <pc:docMk/>
            <pc:sldMk cId="1150500417" sldId="305"/>
            <ac:picMk id="9" creationId="{14B4C9F5-96A0-7647-27DD-81977FC86B5E}"/>
          </ac:picMkLst>
        </pc:picChg>
        <pc:picChg chg="add del mod">
          <ac:chgData name="Vitória Santos" userId="2668e8fceaf84e44" providerId="LiveId" clId="{8FA039D7-FDE6-4119-AD42-1545D3E406A6}" dt="2026-05-04T04:07:39.927" v="361"/>
          <ac:picMkLst>
            <pc:docMk/>
            <pc:sldMk cId="1150500417" sldId="305"/>
            <ac:picMk id="10" creationId="{ED0ED2A6-67DB-56DE-F8E1-BC1F416CB1E1}"/>
          </ac:picMkLst>
        </pc:picChg>
        <pc:picChg chg="add mod">
          <ac:chgData name="Vitória Santos" userId="2668e8fceaf84e44" providerId="LiveId" clId="{8FA039D7-FDE6-4119-AD42-1545D3E406A6}" dt="2026-05-04T04:08:09.213" v="362"/>
          <ac:picMkLst>
            <pc:docMk/>
            <pc:sldMk cId="1150500417" sldId="305"/>
            <ac:picMk id="11" creationId="{8027FE06-3A8F-0F09-2756-C92A9D443520}"/>
          </ac:picMkLst>
        </pc:picChg>
      </pc:sldChg>
      <pc:sldChg chg="addSp delSp modSp modTransition modAnim modNotesTx">
        <pc:chgData name="Vitória Santos" userId="2668e8fceaf84e44" providerId="LiveId" clId="{8FA039D7-FDE6-4119-AD42-1545D3E406A6}" dt="2026-05-04T04:10:09.418" v="368"/>
        <pc:sldMkLst>
          <pc:docMk/>
          <pc:sldMk cId="3008917837" sldId="306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008917837" sldId="306"/>
            <ac:picMk id="5" creationId="{EB2DD3EB-4031-2061-BAB2-88CFEA20E9EB}"/>
          </ac:picMkLst>
        </pc:picChg>
        <pc:picChg chg="add del mod">
          <ac:chgData name="Vitória Santos" userId="2668e8fceaf84e44" providerId="LiveId" clId="{8FA039D7-FDE6-4119-AD42-1545D3E406A6}" dt="2026-05-04T03:38:59.070" v="289"/>
          <ac:picMkLst>
            <pc:docMk/>
            <pc:sldMk cId="3008917837" sldId="306"/>
            <ac:picMk id="6" creationId="{63F18B37-485A-2738-C258-16A487038A48}"/>
          </ac:picMkLst>
        </pc:picChg>
        <pc:picChg chg="add del mod">
          <ac:chgData name="Vitória Santos" userId="2668e8fceaf84e44" providerId="LiveId" clId="{8FA039D7-FDE6-4119-AD42-1545D3E406A6}" dt="2026-05-04T03:42:07.854" v="300"/>
          <ac:picMkLst>
            <pc:docMk/>
            <pc:sldMk cId="3008917837" sldId="306"/>
            <ac:picMk id="8" creationId="{DE3FA566-F7D2-6BE9-3B58-EEECBA1C2CBF}"/>
          </ac:picMkLst>
        </pc:picChg>
        <pc:picChg chg="add del mod">
          <ac:chgData name="Vitória Santos" userId="2668e8fceaf84e44" providerId="LiveId" clId="{8FA039D7-FDE6-4119-AD42-1545D3E406A6}" dt="2026-05-04T03:43:24.263" v="302"/>
          <ac:picMkLst>
            <pc:docMk/>
            <pc:sldMk cId="3008917837" sldId="306"/>
            <ac:picMk id="10" creationId="{218E9D7C-1079-9044-7B59-8FC49D7CBEA4}"/>
          </ac:picMkLst>
        </pc:picChg>
        <pc:picChg chg="add del mod">
          <ac:chgData name="Vitória Santos" userId="2668e8fceaf84e44" providerId="LiveId" clId="{8FA039D7-FDE6-4119-AD42-1545D3E406A6}" dt="2026-05-04T03:43:36.986" v="304"/>
          <ac:picMkLst>
            <pc:docMk/>
            <pc:sldMk cId="3008917837" sldId="306"/>
            <ac:picMk id="11" creationId="{1A9E3EA2-7F56-EB95-0066-85904BF137EF}"/>
          </ac:picMkLst>
        </pc:picChg>
        <pc:picChg chg="add del mod">
          <ac:chgData name="Vitória Santos" userId="2668e8fceaf84e44" providerId="LiveId" clId="{8FA039D7-FDE6-4119-AD42-1545D3E406A6}" dt="2026-05-04T03:46:17.575" v="313"/>
          <ac:picMkLst>
            <pc:docMk/>
            <pc:sldMk cId="3008917837" sldId="306"/>
            <ac:picMk id="13" creationId="{6799932A-FF9D-7A9A-B92A-80D092A9FB17}"/>
          </ac:picMkLst>
        </pc:picChg>
        <pc:picChg chg="add del mod">
          <ac:chgData name="Vitória Santos" userId="2668e8fceaf84e44" providerId="LiveId" clId="{8FA039D7-FDE6-4119-AD42-1545D3E406A6}" dt="2026-05-04T04:08:50.637" v="363"/>
          <ac:picMkLst>
            <pc:docMk/>
            <pc:sldMk cId="3008917837" sldId="306"/>
            <ac:picMk id="14" creationId="{0807F959-7680-5D32-0CF2-49C011BC53B3}"/>
          </ac:picMkLst>
        </pc:picChg>
        <pc:picChg chg="add del mod">
          <ac:chgData name="Vitória Santos" userId="2668e8fceaf84e44" providerId="LiveId" clId="{8FA039D7-FDE6-4119-AD42-1545D3E406A6}" dt="2026-05-04T04:09:10.373" v="365"/>
          <ac:picMkLst>
            <pc:docMk/>
            <pc:sldMk cId="3008917837" sldId="306"/>
            <ac:picMk id="15" creationId="{093988DD-57D0-8B62-2DEA-E244F2BE811C}"/>
          </ac:picMkLst>
        </pc:picChg>
        <pc:picChg chg="add del mod">
          <ac:chgData name="Vitória Santos" userId="2668e8fceaf84e44" providerId="LiveId" clId="{8FA039D7-FDE6-4119-AD42-1545D3E406A6}" dt="2026-05-04T04:09:54.032" v="367"/>
          <ac:picMkLst>
            <pc:docMk/>
            <pc:sldMk cId="3008917837" sldId="306"/>
            <ac:picMk id="16" creationId="{A299A4C6-3062-C80A-A0B6-63FCCDD316C5}"/>
          </ac:picMkLst>
        </pc:picChg>
        <pc:picChg chg="add mod">
          <ac:chgData name="Vitória Santos" userId="2668e8fceaf84e44" providerId="LiveId" clId="{8FA039D7-FDE6-4119-AD42-1545D3E406A6}" dt="2026-05-04T04:10:09.418" v="368"/>
          <ac:picMkLst>
            <pc:docMk/>
            <pc:sldMk cId="3008917837" sldId="306"/>
            <ac:picMk id="17" creationId="{694A1ECD-BD86-C292-5CBE-75453A94E2DF}"/>
          </ac:picMkLst>
        </pc:picChg>
      </pc:sldChg>
      <pc:sldChg chg="addSp delSp modSp modTransition modAnim modNotesTx">
        <pc:chgData name="Vitória Santos" userId="2668e8fceaf84e44" providerId="LiveId" clId="{8FA039D7-FDE6-4119-AD42-1545D3E406A6}" dt="2026-05-04T04:12:07.313" v="372"/>
        <pc:sldMkLst>
          <pc:docMk/>
          <pc:sldMk cId="3945203179" sldId="307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945203179" sldId="307"/>
            <ac:picMk id="2" creationId="{0FFCFCB5-91BC-626F-2F5E-67EA52DE3389}"/>
          </ac:picMkLst>
        </pc:picChg>
        <pc:picChg chg="add del mod">
          <ac:chgData name="Vitória Santos" userId="2668e8fceaf84e44" providerId="LiveId" clId="{8FA039D7-FDE6-4119-AD42-1545D3E406A6}" dt="2026-05-04T03:38:59.070" v="289"/>
          <ac:picMkLst>
            <pc:docMk/>
            <pc:sldMk cId="3945203179" sldId="307"/>
            <ac:picMk id="3" creationId="{4EAF95F9-801F-B9B7-6823-DB1FD833D82B}"/>
          </ac:picMkLst>
        </pc:picChg>
        <pc:picChg chg="add del mod">
          <ac:chgData name="Vitória Santos" userId="2668e8fceaf84e44" providerId="LiveId" clId="{8FA039D7-FDE6-4119-AD42-1545D3E406A6}" dt="2026-05-04T03:44:45.832" v="307"/>
          <ac:picMkLst>
            <pc:docMk/>
            <pc:sldMk cId="3945203179" sldId="307"/>
            <ac:picMk id="4" creationId="{62338A45-B5A9-46BB-1799-4EAE48642B26}"/>
          </ac:picMkLst>
        </pc:picChg>
        <pc:picChg chg="add del mod">
          <ac:chgData name="Vitória Santos" userId="2668e8fceaf84e44" providerId="LiveId" clId="{8FA039D7-FDE6-4119-AD42-1545D3E406A6}" dt="2026-05-04T03:45:02.004" v="309"/>
          <ac:picMkLst>
            <pc:docMk/>
            <pc:sldMk cId="3945203179" sldId="307"/>
            <ac:picMk id="5" creationId="{6DB05408-9DB7-1B76-547A-10708350CF46}"/>
          </ac:picMkLst>
        </pc:picChg>
        <pc:picChg chg="add del mod">
          <ac:chgData name="Vitória Santos" userId="2668e8fceaf84e44" providerId="LiveId" clId="{8FA039D7-FDE6-4119-AD42-1545D3E406A6}" dt="2026-05-04T03:45:19.047" v="311"/>
          <ac:picMkLst>
            <pc:docMk/>
            <pc:sldMk cId="3945203179" sldId="307"/>
            <ac:picMk id="7" creationId="{444DAA52-0E26-53E1-9D70-D51A3401D76F}"/>
          </ac:picMkLst>
        </pc:picChg>
        <pc:picChg chg="add del mod">
          <ac:chgData name="Vitória Santos" userId="2668e8fceaf84e44" providerId="LiveId" clId="{8FA039D7-FDE6-4119-AD42-1545D3E406A6}" dt="2026-05-04T04:11:07.718" v="369"/>
          <ac:picMkLst>
            <pc:docMk/>
            <pc:sldMk cId="3945203179" sldId="307"/>
            <ac:picMk id="8" creationId="{F6002A4D-30FB-0429-55F2-B52AE4902529}"/>
          </ac:picMkLst>
        </pc:picChg>
        <pc:picChg chg="add del mod">
          <ac:chgData name="Vitória Santos" userId="2668e8fceaf84e44" providerId="LiveId" clId="{8FA039D7-FDE6-4119-AD42-1545D3E406A6}" dt="2026-05-04T04:11:37.401" v="371"/>
          <ac:picMkLst>
            <pc:docMk/>
            <pc:sldMk cId="3945203179" sldId="307"/>
            <ac:picMk id="9" creationId="{BB2F9A42-D308-5AC8-0F1B-7AD741BB47FC}"/>
          </ac:picMkLst>
        </pc:picChg>
        <pc:picChg chg="add mod">
          <ac:chgData name="Vitória Santos" userId="2668e8fceaf84e44" providerId="LiveId" clId="{8FA039D7-FDE6-4119-AD42-1545D3E406A6}" dt="2026-05-04T04:12:07.313" v="372"/>
          <ac:picMkLst>
            <pc:docMk/>
            <pc:sldMk cId="3945203179" sldId="307"/>
            <ac:picMk id="10" creationId="{8CD5E14A-2EAE-119E-A10D-5B8E29285C03}"/>
          </ac:picMkLst>
        </pc:picChg>
      </pc:sldChg>
      <pc:sldChg chg="addSp delSp modSp modTransition modAnim modNotesTx">
        <pc:chgData name="Vitória Santos" userId="2668e8fceaf84e44" providerId="LiveId" clId="{8FA039D7-FDE6-4119-AD42-1545D3E406A6}" dt="2026-05-04T04:16:51.964" v="378"/>
        <pc:sldMkLst>
          <pc:docMk/>
          <pc:sldMk cId="1966601060" sldId="308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1966601060" sldId="308"/>
            <ac:picMk id="2" creationId="{BB5B5BAD-E35B-E381-1B2E-B68B4F38D6CC}"/>
          </ac:picMkLst>
        </pc:picChg>
        <pc:picChg chg="add del mod">
          <ac:chgData name="Vitória Santos" userId="2668e8fceaf84e44" providerId="LiveId" clId="{8FA039D7-FDE6-4119-AD42-1545D3E406A6}" dt="2026-05-04T03:38:59.070" v="289"/>
          <ac:picMkLst>
            <pc:docMk/>
            <pc:sldMk cId="1966601060" sldId="308"/>
            <ac:picMk id="3" creationId="{003F9176-0669-A021-0DE2-19FDA9960B45}"/>
          </ac:picMkLst>
        </pc:picChg>
        <pc:picChg chg="add del mod">
          <ac:chgData name="Vitória Santos" userId="2668e8fceaf84e44" providerId="LiveId" clId="{8FA039D7-FDE6-4119-AD42-1545D3E406A6}" dt="2026-05-04T04:13:19.244" v="373"/>
          <ac:picMkLst>
            <pc:docMk/>
            <pc:sldMk cId="1966601060" sldId="308"/>
            <ac:picMk id="4" creationId="{8871C7C5-CB96-DE79-3164-D685DFAA5683}"/>
          </ac:picMkLst>
        </pc:picChg>
        <pc:picChg chg="add del mod">
          <ac:chgData name="Vitória Santos" userId="2668e8fceaf84e44" providerId="LiveId" clId="{8FA039D7-FDE6-4119-AD42-1545D3E406A6}" dt="2026-05-04T04:14:47.361" v="375"/>
          <ac:picMkLst>
            <pc:docMk/>
            <pc:sldMk cId="1966601060" sldId="308"/>
            <ac:picMk id="5" creationId="{02703E1A-1FBE-A48A-2F03-F9D79B5A1018}"/>
          </ac:picMkLst>
        </pc:picChg>
        <pc:picChg chg="add del mod">
          <ac:chgData name="Vitória Santos" userId="2668e8fceaf84e44" providerId="LiveId" clId="{8FA039D7-FDE6-4119-AD42-1545D3E406A6}" dt="2026-05-04T04:16:18.234" v="377"/>
          <ac:picMkLst>
            <pc:docMk/>
            <pc:sldMk cId="1966601060" sldId="308"/>
            <ac:picMk id="6" creationId="{86616862-0BAC-DAA3-FA76-DEAB00653152}"/>
          </ac:picMkLst>
        </pc:picChg>
        <pc:picChg chg="add mod">
          <ac:chgData name="Vitória Santos" userId="2668e8fceaf84e44" providerId="LiveId" clId="{8FA039D7-FDE6-4119-AD42-1545D3E406A6}" dt="2026-05-04T04:16:51.964" v="378"/>
          <ac:picMkLst>
            <pc:docMk/>
            <pc:sldMk cId="1966601060" sldId="308"/>
            <ac:picMk id="7" creationId="{6DE99337-BDA6-3E4A-69E2-786D997F03F4}"/>
          </ac:picMkLst>
        </pc:picChg>
      </pc:sldChg>
      <pc:sldChg chg="addSp delSp modSp modTransition modAnim modNotesTx">
        <pc:chgData name="Vitória Santos" userId="2668e8fceaf84e44" providerId="LiveId" clId="{8FA039D7-FDE6-4119-AD42-1545D3E406A6}" dt="2026-05-04T04:05:29.115" v="356"/>
        <pc:sldMkLst>
          <pc:docMk/>
          <pc:sldMk cId="3606138363" sldId="309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606138363" sldId="309"/>
            <ac:picMk id="2" creationId="{EF6B8B06-0B75-0AEC-AF9B-347C7ADA70EE}"/>
          </ac:picMkLst>
        </pc:picChg>
        <pc:picChg chg="add del mod">
          <ac:chgData name="Vitória Santos" userId="2668e8fceaf84e44" providerId="LiveId" clId="{8FA039D7-FDE6-4119-AD42-1545D3E406A6}" dt="2026-05-04T04:03:26.634" v="351"/>
          <ac:picMkLst>
            <pc:docMk/>
            <pc:sldMk cId="3606138363" sldId="309"/>
            <ac:picMk id="3" creationId="{57BCA12F-158E-1434-796F-61CBF8A35306}"/>
          </ac:picMkLst>
        </pc:picChg>
        <pc:picChg chg="add del mod">
          <ac:chgData name="Vitória Santos" userId="2668e8fceaf84e44" providerId="LiveId" clId="{8FA039D7-FDE6-4119-AD42-1545D3E406A6}" dt="2026-05-04T04:03:44.626" v="353"/>
          <ac:picMkLst>
            <pc:docMk/>
            <pc:sldMk cId="3606138363" sldId="309"/>
            <ac:picMk id="4" creationId="{AD93C77C-BAF7-B797-6D75-B5E222CBEBDE}"/>
          </ac:picMkLst>
        </pc:picChg>
        <pc:picChg chg="add del mod">
          <ac:chgData name="Vitória Santos" userId="2668e8fceaf84e44" providerId="LiveId" clId="{8FA039D7-FDE6-4119-AD42-1545D3E406A6}" dt="2026-05-04T04:04:56.446" v="355"/>
          <ac:picMkLst>
            <pc:docMk/>
            <pc:sldMk cId="3606138363" sldId="309"/>
            <ac:picMk id="5" creationId="{E1E4D542-AF02-2285-5E70-B5BCC24214BD}"/>
          </ac:picMkLst>
        </pc:picChg>
        <pc:picChg chg="add mod">
          <ac:chgData name="Vitória Santos" userId="2668e8fceaf84e44" providerId="LiveId" clId="{8FA039D7-FDE6-4119-AD42-1545D3E406A6}" dt="2026-05-04T04:05:29.115" v="356"/>
          <ac:picMkLst>
            <pc:docMk/>
            <pc:sldMk cId="3606138363" sldId="309"/>
            <ac:picMk id="6" creationId="{98D99ADE-9365-7685-C1E7-AD84EF8913E5}"/>
          </ac:picMkLst>
        </pc:picChg>
      </pc:sldChg>
      <pc:sldChg chg="addSp delSp modSp modTransition modAnim modNotesTx">
        <pc:chgData name="Vitória Santos" userId="2668e8fceaf84e44" providerId="LiveId" clId="{8FA039D7-FDE6-4119-AD42-1545D3E406A6}" dt="2026-05-04T04:06:48.678" v="360"/>
        <pc:sldMkLst>
          <pc:docMk/>
          <pc:sldMk cId="3318625204" sldId="310"/>
        </pc:sldMkLst>
        <pc:picChg chg="add del mod">
          <ac:chgData name="Vitória Santos" userId="2668e8fceaf84e44" providerId="LiveId" clId="{8FA039D7-FDE6-4119-AD42-1545D3E406A6}" dt="2026-05-04T03:00:11.873" v="182"/>
          <ac:picMkLst>
            <pc:docMk/>
            <pc:sldMk cId="3318625204" sldId="310"/>
            <ac:picMk id="2" creationId="{4A5B0E58-4F9E-ABA6-5335-37A156DFAD06}"/>
          </ac:picMkLst>
        </pc:picChg>
        <pc:picChg chg="add del mod">
          <ac:chgData name="Vitória Santos" userId="2668e8fceaf84e44" providerId="LiveId" clId="{8FA039D7-FDE6-4119-AD42-1545D3E406A6}" dt="2026-05-04T03:02:04.927" v="184"/>
          <ac:picMkLst>
            <pc:docMk/>
            <pc:sldMk cId="3318625204" sldId="310"/>
            <ac:picMk id="5" creationId="{8E4AB5D8-3DEE-0219-C09E-66B6B52FE158}"/>
          </ac:picMkLst>
        </pc:picChg>
        <pc:picChg chg="add del mod">
          <ac:chgData name="Vitória Santos" userId="2668e8fceaf84e44" providerId="LiveId" clId="{8FA039D7-FDE6-4119-AD42-1545D3E406A6}" dt="2026-05-04T03:05:07.189" v="192"/>
          <ac:picMkLst>
            <pc:docMk/>
            <pc:sldMk cId="3318625204" sldId="310"/>
            <ac:picMk id="6" creationId="{299E437D-32DF-6A49-DC76-C459E308A448}"/>
          </ac:picMkLst>
        </pc:picChg>
        <pc:picChg chg="add del mod">
          <ac:chgData name="Vitória Santos" userId="2668e8fceaf84e44" providerId="LiveId" clId="{8FA039D7-FDE6-4119-AD42-1545D3E406A6}" dt="2026-05-04T03:07:01.570" v="197"/>
          <ac:picMkLst>
            <pc:docMk/>
            <pc:sldMk cId="3318625204" sldId="310"/>
            <ac:picMk id="7" creationId="{918992A5-DF39-F26B-A773-E72C4E7FFFCE}"/>
          </ac:picMkLst>
        </pc:picChg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318625204" sldId="310"/>
            <ac:picMk id="8" creationId="{9E6865B2-C442-4F3E-D71F-9BBBAAD884FD}"/>
          </ac:picMkLst>
        </pc:picChg>
        <pc:picChg chg="add del mod">
          <ac:chgData name="Vitória Santos" userId="2668e8fceaf84e44" providerId="LiveId" clId="{8FA039D7-FDE6-4119-AD42-1545D3E406A6}" dt="2026-05-04T03:38:59.070" v="289"/>
          <ac:picMkLst>
            <pc:docMk/>
            <pc:sldMk cId="3318625204" sldId="310"/>
            <ac:picMk id="9" creationId="{8C1725A0-6999-1A14-822D-8B3304DBB121}"/>
          </ac:picMkLst>
        </pc:picChg>
        <pc:picChg chg="add del mod">
          <ac:chgData name="Vitória Santos" userId="2668e8fceaf84e44" providerId="LiveId" clId="{8FA039D7-FDE6-4119-AD42-1545D3E406A6}" dt="2026-05-04T03:39:52.734" v="294"/>
          <ac:picMkLst>
            <pc:docMk/>
            <pc:sldMk cId="3318625204" sldId="310"/>
            <ac:picMk id="10" creationId="{8BB7CDA5-590F-207A-C59A-34B306FA409F}"/>
          </ac:picMkLst>
        </pc:picChg>
        <pc:picChg chg="add del mod">
          <ac:chgData name="Vitória Santos" userId="2668e8fceaf84e44" providerId="LiveId" clId="{8FA039D7-FDE6-4119-AD42-1545D3E406A6}" dt="2026-05-04T04:06:34.543" v="359"/>
          <ac:picMkLst>
            <pc:docMk/>
            <pc:sldMk cId="3318625204" sldId="310"/>
            <ac:picMk id="11" creationId="{D8DE45DF-2A69-C212-F108-1D08443C4BC0}"/>
          </ac:picMkLst>
        </pc:picChg>
        <pc:picChg chg="add mod">
          <ac:chgData name="Vitória Santos" userId="2668e8fceaf84e44" providerId="LiveId" clId="{8FA039D7-FDE6-4119-AD42-1545D3E406A6}" dt="2026-05-04T04:06:48.678" v="360"/>
          <ac:picMkLst>
            <pc:docMk/>
            <pc:sldMk cId="3318625204" sldId="310"/>
            <ac:picMk id="12" creationId="{62D3E832-D738-B3CA-E7CF-18266A954305}"/>
          </ac:picMkLst>
        </pc:picChg>
      </pc:sldChg>
      <pc:sldChg chg="del">
        <pc:chgData name="Vitória Santos" userId="2668e8fceaf84e44" providerId="LiveId" clId="{8FA039D7-FDE6-4119-AD42-1545D3E406A6}" dt="2026-05-04T02:20:47.537" v="9" actId="2696"/>
        <pc:sldMkLst>
          <pc:docMk/>
          <pc:sldMk cId="914238883" sldId="311"/>
        </pc:sldMkLst>
      </pc:sldChg>
      <pc:sldChg chg="addSp delSp modSp mod modTransition modShow">
        <pc:chgData name="Vitória Santos" userId="2668e8fceaf84e44" providerId="LiveId" clId="{8FA039D7-FDE6-4119-AD42-1545D3E406A6}" dt="2026-05-04T03:40:29.546" v="296"/>
        <pc:sldMkLst>
          <pc:docMk/>
          <pc:sldMk cId="248608427" sldId="312"/>
        </pc:sldMkLst>
        <pc:spChg chg="mod">
          <ac:chgData name="Vitória Santos" userId="2668e8fceaf84e44" providerId="LiveId" clId="{8FA039D7-FDE6-4119-AD42-1545D3E406A6}" dt="2026-05-04T02:22:09.143" v="39" actId="1035"/>
          <ac:spMkLst>
            <pc:docMk/>
            <pc:sldMk cId="248608427" sldId="312"/>
            <ac:spMk id="5" creationId="{04978CCD-3A66-7859-D3FE-53C91F8FD817}"/>
          </ac:spMkLst>
        </pc:spChg>
        <pc:spChg chg="mod">
          <ac:chgData name="Vitória Santos" userId="2668e8fceaf84e44" providerId="LiveId" clId="{8FA039D7-FDE6-4119-AD42-1545D3E406A6}" dt="2026-05-04T02:22:09.143" v="39" actId="1035"/>
          <ac:spMkLst>
            <pc:docMk/>
            <pc:sldMk cId="248608427" sldId="312"/>
            <ac:spMk id="6" creationId="{5632155E-B69B-6897-CFD4-EE42D20B7329}"/>
          </ac:spMkLst>
        </pc:spChg>
        <pc:spChg chg="mod">
          <ac:chgData name="Vitória Santos" userId="2668e8fceaf84e44" providerId="LiveId" clId="{8FA039D7-FDE6-4119-AD42-1545D3E406A6}" dt="2026-05-04T02:22:09.143" v="39" actId="1035"/>
          <ac:spMkLst>
            <pc:docMk/>
            <pc:sldMk cId="248608427" sldId="312"/>
            <ac:spMk id="21" creationId="{EF42BAA7-BC19-31D4-369A-1C9B4618155B}"/>
          </ac:spMkLst>
        </pc:spChg>
        <pc:spChg chg="add">
          <ac:chgData name="Vitória Santos" userId="2668e8fceaf84e44" providerId="LiveId" clId="{8FA039D7-FDE6-4119-AD42-1545D3E406A6}" dt="2026-05-04T02:20:27.344" v="8"/>
          <ac:spMkLst>
            <pc:docMk/>
            <pc:sldMk cId="248608427" sldId="312"/>
            <ac:spMk id="22" creationId="{3EB685D0-7DCC-8DF8-AFFB-BCBE217E68E6}"/>
          </ac:spMkLst>
        </pc:spChg>
        <pc:spChg chg="add">
          <ac:chgData name="Vitória Santos" userId="2668e8fceaf84e44" providerId="LiveId" clId="{8FA039D7-FDE6-4119-AD42-1545D3E406A6}" dt="2026-05-04T02:21:19.965" v="10"/>
          <ac:spMkLst>
            <pc:docMk/>
            <pc:sldMk cId="248608427" sldId="312"/>
            <ac:spMk id="23" creationId="{681482E9-3161-96D5-70CE-A1F5EA858D48}"/>
          </ac:spMkLst>
        </pc:spChg>
        <pc:picChg chg="mod ord">
          <ac:chgData name="Vitória Santos" userId="2668e8fceaf84e44" providerId="LiveId" clId="{8FA039D7-FDE6-4119-AD42-1545D3E406A6}" dt="2026-05-04T02:22:12.933" v="40" actId="1076"/>
          <ac:picMkLst>
            <pc:docMk/>
            <pc:sldMk cId="248608427" sldId="312"/>
            <ac:picMk id="18" creationId="{2AD2C261-6CB5-EEB0-1656-2BC466015B86}"/>
          </ac:picMkLst>
        </pc:picChg>
        <pc:picChg chg="add del mod">
          <ac:chgData name="Vitória Santos" userId="2668e8fceaf84e44" providerId="LiveId" clId="{8FA039D7-FDE6-4119-AD42-1545D3E406A6}" dt="2026-05-04T02:45:17.470" v="156" actId="21"/>
          <ac:picMkLst>
            <pc:docMk/>
            <pc:sldMk cId="248608427" sldId="312"/>
            <ac:picMk id="25" creationId="{14639C62-CCE8-01A8-2AD6-5BA225CB53BB}"/>
          </ac:picMkLst>
        </pc:picChg>
        <pc:picChg chg="add del mod">
          <ac:chgData name="Vitória Santos" userId="2668e8fceaf84e44" providerId="LiveId" clId="{8FA039D7-FDE6-4119-AD42-1545D3E406A6}" dt="2026-05-04T02:20:25.309" v="7" actId="478"/>
          <ac:picMkLst>
            <pc:docMk/>
            <pc:sldMk cId="248608427" sldId="312"/>
            <ac:picMk id="2052" creationId="{A6EC5A3C-7D22-A341-779D-2B5C7B6D4515}"/>
          </ac:picMkLst>
        </pc:picChg>
      </pc:sldChg>
      <pc:sldChg chg="addSp delSp modSp modTransition modAnim">
        <pc:chgData name="Vitória Santos" userId="2668e8fceaf84e44" providerId="LiveId" clId="{8FA039D7-FDE6-4119-AD42-1545D3E406A6}" dt="2026-05-04T03:51:01.225" v="321"/>
        <pc:sldMkLst>
          <pc:docMk/>
          <pc:sldMk cId="2509243221" sldId="313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2509243221" sldId="313"/>
            <ac:picMk id="3" creationId="{1FCD9B30-1E83-1862-4470-917672ED4DA8}"/>
          </ac:picMkLst>
        </pc:picChg>
        <pc:picChg chg="add del mod">
          <ac:chgData name="Vitória Santos" userId="2668e8fceaf84e44" providerId="LiveId" clId="{8FA039D7-FDE6-4119-AD42-1545D3E406A6}" dt="2026-05-04T03:50:16.043" v="320"/>
          <ac:picMkLst>
            <pc:docMk/>
            <pc:sldMk cId="2509243221" sldId="313"/>
            <ac:picMk id="9" creationId="{7A827CE1-1EA1-F03D-DB2D-22C7ABC34424}"/>
          </ac:picMkLst>
        </pc:picChg>
        <pc:picChg chg="add mod">
          <ac:chgData name="Vitória Santos" userId="2668e8fceaf84e44" providerId="LiveId" clId="{8FA039D7-FDE6-4119-AD42-1545D3E406A6}" dt="2026-05-04T03:51:01.225" v="321"/>
          <ac:picMkLst>
            <pc:docMk/>
            <pc:sldMk cId="2509243221" sldId="313"/>
            <ac:picMk id="10" creationId="{E5E633B9-4275-4EE0-DF3A-48DC08C0387F}"/>
          </ac:picMkLst>
        </pc:picChg>
      </pc:sldChg>
      <pc:sldChg chg="addSp delSp modSp del mod ord modTransition modAnim modNotesTx">
        <pc:chgData name="Vitória Santos" userId="2668e8fceaf84e44" providerId="LiveId" clId="{8FA039D7-FDE6-4119-AD42-1545D3E406A6}" dt="2026-05-04T03:30:30.027" v="254" actId="47"/>
        <pc:sldMkLst>
          <pc:docMk/>
          <pc:sldMk cId="3119896269" sldId="314"/>
        </pc:sldMkLst>
        <pc:spChg chg="add del mod">
          <ac:chgData name="Vitória Santos" userId="2668e8fceaf84e44" providerId="LiveId" clId="{8FA039D7-FDE6-4119-AD42-1545D3E406A6}" dt="2026-05-04T02:42:43.492" v="149" actId="478"/>
          <ac:spMkLst>
            <pc:docMk/>
            <pc:sldMk cId="3119896269" sldId="314"/>
            <ac:spMk id="7" creationId="{9EDBA0EC-3855-2AEF-8947-F76DE182B1C5}"/>
          </ac:spMkLst>
        </pc:spChg>
        <pc:spChg chg="del mod">
          <ac:chgData name="Vitória Santos" userId="2668e8fceaf84e44" providerId="LiveId" clId="{8FA039D7-FDE6-4119-AD42-1545D3E406A6}" dt="2026-05-04T02:42:40.983" v="148" actId="478"/>
          <ac:spMkLst>
            <pc:docMk/>
            <pc:sldMk cId="3119896269" sldId="314"/>
            <ac:spMk id="763" creationId="{0A2F66F5-C449-6064-9BE9-CF2470CBC3A9}"/>
          </ac:spMkLst>
        </pc:spChg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119896269" sldId="314"/>
            <ac:picMk id="2" creationId="{2ACBF1CB-1CBA-33B3-D480-671B12ED6C2D}"/>
          </ac:picMkLst>
        </pc:picChg>
        <pc:picChg chg="mod">
          <ac:chgData name="Vitória Santos" userId="2668e8fceaf84e44" providerId="LiveId" clId="{8FA039D7-FDE6-4119-AD42-1545D3E406A6}" dt="2026-05-04T02:42:51.689" v="152" actId="1076"/>
          <ac:picMkLst>
            <pc:docMk/>
            <pc:sldMk cId="3119896269" sldId="314"/>
            <ac:picMk id="5" creationId="{FF345AEF-96B3-7483-7F10-CDFF47D0096F}"/>
          </ac:picMkLst>
        </pc:picChg>
      </pc:sldChg>
      <pc:sldChg chg="addSp delSp modSp mod ord modTransition modAnim modNotesTx">
        <pc:chgData name="Vitória Santos" userId="2668e8fceaf84e44" providerId="LiveId" clId="{8FA039D7-FDE6-4119-AD42-1545D3E406A6}" dt="2026-05-04T04:20:28.200" v="390"/>
        <pc:sldMkLst>
          <pc:docMk/>
          <pc:sldMk cId="801743271" sldId="315"/>
        </pc:sldMkLst>
        <pc:spChg chg="add del mod">
          <ac:chgData name="Vitória Santos" userId="2668e8fceaf84e44" providerId="LiveId" clId="{8FA039D7-FDE6-4119-AD42-1545D3E406A6}" dt="2026-05-04T02:39:10.986" v="130" actId="478"/>
          <ac:spMkLst>
            <pc:docMk/>
            <pc:sldMk cId="801743271" sldId="315"/>
            <ac:spMk id="12" creationId="{41BFA11B-CC7A-4A83-B90E-7D66EE5CA1CC}"/>
          </ac:spMkLst>
        </pc:spChg>
        <pc:spChg chg="add mod">
          <ac:chgData name="Vitória Santos" userId="2668e8fceaf84e44" providerId="LiveId" clId="{8FA039D7-FDE6-4119-AD42-1545D3E406A6}" dt="2026-05-04T03:30:08.398" v="253" actId="313"/>
          <ac:spMkLst>
            <pc:docMk/>
            <pc:sldMk cId="801743271" sldId="315"/>
            <ac:spMk id="13" creationId="{F9D1B05C-066C-DA55-3F3B-D3812B352253}"/>
          </ac:spMkLst>
        </pc:spChg>
        <pc:spChg chg="del">
          <ac:chgData name="Vitória Santos" userId="2668e8fceaf84e44" providerId="LiveId" clId="{8FA039D7-FDE6-4119-AD42-1545D3E406A6}" dt="2026-05-04T02:39:07.189" v="128" actId="478"/>
          <ac:spMkLst>
            <pc:docMk/>
            <pc:sldMk cId="801743271" sldId="315"/>
            <ac:spMk id="763" creationId="{160107AE-D148-3CFC-68FF-6AAE3B2381ED}"/>
          </ac:spMkLst>
        </pc:spChg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801743271" sldId="315"/>
            <ac:picMk id="2" creationId="{D91EB7CB-97CE-238F-FF30-B932050B6369}"/>
          </ac:picMkLst>
        </pc:picChg>
        <pc:picChg chg="add del mod">
          <ac:chgData name="Vitória Santos" userId="2668e8fceaf84e44" providerId="LiveId" clId="{8FA039D7-FDE6-4119-AD42-1545D3E406A6}" dt="2026-05-04T03:48:29.215" v="317"/>
          <ac:picMkLst>
            <pc:docMk/>
            <pc:sldMk cId="801743271" sldId="315"/>
            <ac:picMk id="3" creationId="{8DF77185-97F7-DA69-F253-3ED109E25D9E}"/>
          </ac:picMkLst>
        </pc:picChg>
        <pc:picChg chg="add del mod">
          <ac:chgData name="Vitória Santos" userId="2668e8fceaf84e44" providerId="LiveId" clId="{8FA039D7-FDE6-4119-AD42-1545D3E406A6}" dt="2026-05-04T04:17:00.577" v="379"/>
          <ac:picMkLst>
            <pc:docMk/>
            <pc:sldMk cId="801743271" sldId="315"/>
            <ac:picMk id="4" creationId="{F7B3D700-8DEE-7FA3-9AE3-91094BCD8CB6}"/>
          </ac:picMkLst>
        </pc:picChg>
        <pc:picChg chg="add del mod">
          <ac:chgData name="Vitória Santos" userId="2668e8fceaf84e44" providerId="LiveId" clId="{8FA039D7-FDE6-4119-AD42-1545D3E406A6}" dt="2026-05-04T04:17:44.695" v="381"/>
          <ac:picMkLst>
            <pc:docMk/>
            <pc:sldMk cId="801743271" sldId="315"/>
            <ac:picMk id="5" creationId="{466BF8A6-757A-A7F3-520D-E07B51F8AE52}"/>
          </ac:picMkLst>
        </pc:picChg>
        <pc:picChg chg="add del mod">
          <ac:chgData name="Vitória Santos" userId="2668e8fceaf84e44" providerId="LiveId" clId="{8FA039D7-FDE6-4119-AD42-1545D3E406A6}" dt="2026-05-04T04:18:50.277" v="383"/>
          <ac:picMkLst>
            <pc:docMk/>
            <pc:sldMk cId="801743271" sldId="315"/>
            <ac:picMk id="6" creationId="{A6B2D963-D76F-B0B5-450E-937DF82881A8}"/>
          </ac:picMkLst>
        </pc:picChg>
        <pc:picChg chg="add del mod">
          <ac:chgData name="Vitória Santos" userId="2668e8fceaf84e44" providerId="LiveId" clId="{8FA039D7-FDE6-4119-AD42-1545D3E406A6}" dt="2026-05-04T04:19:17.915" v="385"/>
          <ac:picMkLst>
            <pc:docMk/>
            <pc:sldMk cId="801743271" sldId="315"/>
            <ac:picMk id="7" creationId="{5692A37D-18F5-EABD-55FF-7A3092AA6B2A}"/>
          </ac:picMkLst>
        </pc:picChg>
        <pc:picChg chg="add del mod">
          <ac:chgData name="Vitória Santos" userId="2668e8fceaf84e44" providerId="LiveId" clId="{8FA039D7-FDE6-4119-AD42-1545D3E406A6}" dt="2026-05-04T04:19:43.917" v="387"/>
          <ac:picMkLst>
            <pc:docMk/>
            <pc:sldMk cId="801743271" sldId="315"/>
            <ac:picMk id="8" creationId="{FACF2821-B58B-6101-1E11-438902BA78E0}"/>
          </ac:picMkLst>
        </pc:picChg>
        <pc:picChg chg="add del mod">
          <ac:chgData name="Vitória Santos" userId="2668e8fceaf84e44" providerId="LiveId" clId="{8FA039D7-FDE6-4119-AD42-1545D3E406A6}" dt="2026-05-04T04:19:59.432" v="389"/>
          <ac:picMkLst>
            <pc:docMk/>
            <pc:sldMk cId="801743271" sldId="315"/>
            <ac:picMk id="9" creationId="{1D5E5C3B-537D-44B3-8BCA-7DC69A652A54}"/>
          </ac:picMkLst>
        </pc:picChg>
        <pc:picChg chg="add mod">
          <ac:chgData name="Vitória Santos" userId="2668e8fceaf84e44" providerId="LiveId" clId="{8FA039D7-FDE6-4119-AD42-1545D3E406A6}" dt="2026-05-04T04:20:28.200" v="390"/>
          <ac:picMkLst>
            <pc:docMk/>
            <pc:sldMk cId="801743271" sldId="315"/>
            <ac:picMk id="11" creationId="{F58B38C4-3C07-4FB0-528B-D95CEF3C6AF9}"/>
          </ac:picMkLst>
        </pc:picChg>
      </pc:sldChg>
      <pc:sldChg chg="addSp delSp modSp mod ord modTransition modAnim modNotesTx">
        <pc:chgData name="Vitória Santos" userId="2668e8fceaf84e44" providerId="LiveId" clId="{8FA039D7-FDE6-4119-AD42-1545D3E406A6}" dt="2026-05-04T03:55:14.049" v="336"/>
        <pc:sldMkLst>
          <pc:docMk/>
          <pc:sldMk cId="3758989565" sldId="316"/>
        </pc:sldMkLst>
        <pc:spChg chg="mod">
          <ac:chgData name="Vitória Santos" userId="2668e8fceaf84e44" providerId="LiveId" clId="{8FA039D7-FDE6-4119-AD42-1545D3E406A6}" dt="2026-05-04T03:31:03.164" v="267" actId="20577"/>
          <ac:spMkLst>
            <pc:docMk/>
            <pc:sldMk cId="3758989565" sldId="316"/>
            <ac:spMk id="763" creationId="{7F68874C-76FC-A7C9-A568-19EB98B70532}"/>
          </ac:spMkLst>
        </pc:spChg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758989565" sldId="316"/>
            <ac:picMk id="2" creationId="{19055055-2DB4-6B0E-DB53-B3EF655A847D}"/>
          </ac:picMkLst>
        </pc:picChg>
        <pc:picChg chg="add del mod">
          <ac:chgData name="Vitória Santos" userId="2668e8fceaf84e44" providerId="LiveId" clId="{8FA039D7-FDE6-4119-AD42-1545D3E406A6}" dt="2026-05-04T03:51:21.633" v="323"/>
          <ac:picMkLst>
            <pc:docMk/>
            <pc:sldMk cId="3758989565" sldId="316"/>
            <ac:picMk id="4" creationId="{54CBD8E8-73CD-A472-1F5A-27A26249C33A}"/>
          </ac:picMkLst>
        </pc:picChg>
        <pc:picChg chg="add del mod">
          <ac:chgData name="Vitória Santos" userId="2668e8fceaf84e44" providerId="LiveId" clId="{8FA039D7-FDE6-4119-AD42-1545D3E406A6}" dt="2026-05-04T03:51:38.087" v="325"/>
          <ac:picMkLst>
            <pc:docMk/>
            <pc:sldMk cId="3758989565" sldId="316"/>
            <ac:picMk id="5" creationId="{3B3FB88D-5FC8-606A-7A3D-879DBC4E7477}"/>
          </ac:picMkLst>
        </pc:picChg>
        <pc:picChg chg="add del mod">
          <ac:chgData name="Vitória Santos" userId="2668e8fceaf84e44" providerId="LiveId" clId="{8FA039D7-FDE6-4119-AD42-1545D3E406A6}" dt="2026-05-04T03:52:54.278" v="327"/>
          <ac:picMkLst>
            <pc:docMk/>
            <pc:sldMk cId="3758989565" sldId="316"/>
            <ac:picMk id="6" creationId="{C9A4FE84-0B4C-EAE6-F140-E37A30645256}"/>
          </ac:picMkLst>
        </pc:picChg>
        <pc:picChg chg="add del mod">
          <ac:chgData name="Vitória Santos" userId="2668e8fceaf84e44" providerId="LiveId" clId="{8FA039D7-FDE6-4119-AD42-1545D3E406A6}" dt="2026-05-04T03:53:22.554" v="329"/>
          <ac:picMkLst>
            <pc:docMk/>
            <pc:sldMk cId="3758989565" sldId="316"/>
            <ac:picMk id="7" creationId="{4E982675-1B63-3A96-9705-1249EC4A3C95}"/>
          </ac:picMkLst>
        </pc:picChg>
        <pc:picChg chg="add del mod">
          <ac:chgData name="Vitória Santos" userId="2668e8fceaf84e44" providerId="LiveId" clId="{8FA039D7-FDE6-4119-AD42-1545D3E406A6}" dt="2026-05-04T03:53:34.431" v="331"/>
          <ac:picMkLst>
            <pc:docMk/>
            <pc:sldMk cId="3758989565" sldId="316"/>
            <ac:picMk id="8" creationId="{E0042DAA-1FB9-591C-C669-FD43B2CF67BD}"/>
          </ac:picMkLst>
        </pc:picChg>
        <pc:picChg chg="add del mod">
          <ac:chgData name="Vitória Santos" userId="2668e8fceaf84e44" providerId="LiveId" clId="{8FA039D7-FDE6-4119-AD42-1545D3E406A6}" dt="2026-05-04T03:54:05.833" v="333"/>
          <ac:picMkLst>
            <pc:docMk/>
            <pc:sldMk cId="3758989565" sldId="316"/>
            <ac:picMk id="9" creationId="{9926AC0E-9E21-11C1-F7F2-13DB5362A492}"/>
          </ac:picMkLst>
        </pc:picChg>
        <pc:picChg chg="add del mod">
          <ac:chgData name="Vitória Santos" userId="2668e8fceaf84e44" providerId="LiveId" clId="{8FA039D7-FDE6-4119-AD42-1545D3E406A6}" dt="2026-05-04T03:54:49.829" v="335"/>
          <ac:picMkLst>
            <pc:docMk/>
            <pc:sldMk cId="3758989565" sldId="316"/>
            <ac:picMk id="10" creationId="{5DD544C0-2F79-F5F9-AD23-83FFD22FD7C2}"/>
          </ac:picMkLst>
        </pc:picChg>
        <pc:picChg chg="add mod">
          <ac:chgData name="Vitória Santos" userId="2668e8fceaf84e44" providerId="LiveId" clId="{8FA039D7-FDE6-4119-AD42-1545D3E406A6}" dt="2026-05-04T03:55:14.049" v="336"/>
          <ac:picMkLst>
            <pc:docMk/>
            <pc:sldMk cId="3758989565" sldId="316"/>
            <ac:picMk id="11" creationId="{183A9ED7-487D-84A5-43D7-920E9E73B292}"/>
          </ac:picMkLst>
        </pc:picChg>
      </pc:sldChg>
      <pc:sldChg chg="addSp delSp modSp mod modTransition modAnim">
        <pc:chgData name="Vitória Santos" userId="2668e8fceaf84e44" providerId="LiveId" clId="{8FA039D7-FDE6-4119-AD42-1545D3E406A6}" dt="2026-05-04T03:56:23.294" v="343"/>
        <pc:sldMkLst>
          <pc:docMk/>
          <pc:sldMk cId="4262111983" sldId="317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4262111983" sldId="317"/>
            <ac:picMk id="2" creationId="{982508E1-C179-20DF-B62B-316C4B29BD49}"/>
          </ac:picMkLst>
        </pc:picChg>
        <pc:picChg chg="add del mod">
          <ac:chgData name="Vitória Santos" userId="2668e8fceaf84e44" providerId="LiveId" clId="{8FA039D7-FDE6-4119-AD42-1545D3E406A6}" dt="2026-05-04T03:55:43.184" v="338"/>
          <ac:picMkLst>
            <pc:docMk/>
            <pc:sldMk cId="4262111983" sldId="317"/>
            <ac:picMk id="3" creationId="{DB00F85F-51FD-41EB-446E-2E5CD8A153F7}"/>
          </ac:picMkLst>
        </pc:picChg>
        <pc:picChg chg="add del mod">
          <ac:chgData name="Vitória Santos" userId="2668e8fceaf84e44" providerId="LiveId" clId="{8FA039D7-FDE6-4119-AD42-1545D3E406A6}" dt="2026-05-04T03:55:59.093" v="340"/>
          <ac:picMkLst>
            <pc:docMk/>
            <pc:sldMk cId="4262111983" sldId="317"/>
            <ac:picMk id="4" creationId="{18F2A0F3-884D-6D80-FC9E-FD1389E8E887}"/>
          </ac:picMkLst>
        </pc:picChg>
        <pc:picChg chg="add del mod">
          <ac:chgData name="Vitória Santos" userId="2668e8fceaf84e44" providerId="LiveId" clId="{8FA039D7-FDE6-4119-AD42-1545D3E406A6}" dt="2026-05-04T03:56:08.874" v="342"/>
          <ac:picMkLst>
            <pc:docMk/>
            <pc:sldMk cId="4262111983" sldId="317"/>
            <ac:picMk id="5" creationId="{0DFBE70D-0CA4-247D-4D32-D52EF64CCE50}"/>
          </ac:picMkLst>
        </pc:picChg>
        <pc:picChg chg="add mod">
          <ac:chgData name="Vitória Santos" userId="2668e8fceaf84e44" providerId="LiveId" clId="{8FA039D7-FDE6-4119-AD42-1545D3E406A6}" dt="2026-05-04T03:56:23.294" v="343"/>
          <ac:picMkLst>
            <pc:docMk/>
            <pc:sldMk cId="4262111983" sldId="317"/>
            <ac:picMk id="6" creationId="{1BB16314-1FA3-8884-AC99-5415E66DAB7C}"/>
          </ac:picMkLst>
        </pc:picChg>
        <pc:picChg chg="del">
          <ac:chgData name="Vitória Santos" userId="2668e8fceaf84e44" providerId="LiveId" clId="{8FA039D7-FDE6-4119-AD42-1545D3E406A6}" dt="2026-05-04T02:45:10.237" v="155" actId="478"/>
          <ac:picMkLst>
            <pc:docMk/>
            <pc:sldMk cId="4262111983" sldId="317"/>
            <ac:picMk id="9" creationId="{08124992-EFAD-D7C5-B40A-910372BD5819}"/>
          </ac:picMkLst>
        </pc:picChg>
        <pc:picChg chg="add mod">
          <ac:chgData name="Vitória Santos" userId="2668e8fceaf84e44" providerId="LiveId" clId="{8FA039D7-FDE6-4119-AD42-1545D3E406A6}" dt="2026-05-04T02:45:36.050" v="160" actId="1076"/>
          <ac:picMkLst>
            <pc:docMk/>
            <pc:sldMk cId="4262111983" sldId="317"/>
            <ac:picMk id="25" creationId="{14639C62-CCE8-01A8-2AD6-5BA225CB53BB}"/>
          </ac:picMkLst>
        </pc:picChg>
      </pc:sldChg>
      <pc:sldChg chg="addSp delSp modSp add modTransition modAnim modNotesTx">
        <pc:chgData name="Vitória Santos" userId="2668e8fceaf84e44" providerId="LiveId" clId="{8FA039D7-FDE6-4119-AD42-1545D3E406A6}" dt="2026-05-04T03:58:15.271" v="346"/>
        <pc:sldMkLst>
          <pc:docMk/>
          <pc:sldMk cId="3172036105" sldId="318"/>
        </pc:sldMkLst>
        <pc:picChg chg="add del mod">
          <ac:chgData name="Vitória Santos" userId="2668e8fceaf84e44" providerId="LiveId" clId="{8FA039D7-FDE6-4119-AD42-1545D3E406A6}" dt="2026-05-04T03:21:25.141" v="202"/>
          <ac:picMkLst>
            <pc:docMk/>
            <pc:sldMk cId="3172036105" sldId="318"/>
            <ac:picMk id="2" creationId="{95E73EDB-23AF-277D-8D09-1C654398C153}"/>
          </ac:picMkLst>
        </pc:picChg>
        <pc:picChg chg="add del mod">
          <ac:chgData name="Vitória Santos" userId="2668e8fceaf84e44" providerId="LiveId" clId="{8FA039D7-FDE6-4119-AD42-1545D3E406A6}" dt="2026-05-04T03:57:50.972" v="345"/>
          <ac:picMkLst>
            <pc:docMk/>
            <pc:sldMk cId="3172036105" sldId="318"/>
            <ac:picMk id="3" creationId="{3496AE8D-3177-51FD-CCBC-1F56D1227DA2}"/>
          </ac:picMkLst>
        </pc:picChg>
        <pc:picChg chg="add mod">
          <ac:chgData name="Vitória Santos" userId="2668e8fceaf84e44" providerId="LiveId" clId="{8FA039D7-FDE6-4119-AD42-1545D3E406A6}" dt="2026-05-04T03:58:15.271" v="346"/>
          <ac:picMkLst>
            <pc:docMk/>
            <pc:sldMk cId="3172036105" sldId="318"/>
            <ac:picMk id="4" creationId="{D5D69173-3E54-C0C4-7C40-395BB50D6BC6}"/>
          </ac:picMkLst>
        </pc:picChg>
      </pc:sldChg>
      <pc:sldChg chg="addSp delSp modSp add mod modTransition modShow modNotesTx">
        <pc:chgData name="Vitória Santos" userId="2668e8fceaf84e44" providerId="LiveId" clId="{8FA039D7-FDE6-4119-AD42-1545D3E406A6}" dt="2026-05-04T04:24:02.121" v="391" actId="729"/>
        <pc:sldMkLst>
          <pc:docMk/>
          <pc:sldMk cId="3866759836" sldId="319"/>
        </pc:sldMkLst>
        <pc:spChg chg="add del mod">
          <ac:chgData name="Vitória Santos" userId="2668e8fceaf84e44" providerId="LiveId" clId="{8FA039D7-FDE6-4119-AD42-1545D3E406A6}" dt="2026-05-04T03:26:37.976" v="213" actId="478"/>
          <ac:spMkLst>
            <pc:docMk/>
            <pc:sldMk cId="3866759836" sldId="319"/>
            <ac:spMk id="5" creationId="{CA4D180D-246D-5513-5484-9A6C8708A40A}"/>
          </ac:spMkLst>
        </pc:spChg>
        <pc:spChg chg="add mod">
          <ac:chgData name="Vitória Santos" userId="2668e8fceaf84e44" providerId="LiveId" clId="{8FA039D7-FDE6-4119-AD42-1545D3E406A6}" dt="2026-05-04T03:28:34.987" v="234" actId="20577"/>
          <ac:spMkLst>
            <pc:docMk/>
            <pc:sldMk cId="3866759836" sldId="319"/>
            <ac:spMk id="6" creationId="{703C8FB6-187A-AEBB-5C2B-9AE411773E1E}"/>
          </ac:spMkLst>
        </pc:spChg>
        <pc:spChg chg="del">
          <ac:chgData name="Vitória Santos" userId="2668e8fceaf84e44" providerId="LiveId" clId="{8FA039D7-FDE6-4119-AD42-1545D3E406A6}" dt="2026-05-04T03:24:38.783" v="205" actId="478"/>
          <ac:spMkLst>
            <pc:docMk/>
            <pc:sldMk cId="3866759836" sldId="319"/>
            <ac:spMk id="9" creationId="{C894ADB2-99BD-D7E1-5813-0D966CAE29D8}"/>
          </ac:spMkLst>
        </pc:spChg>
        <pc:spChg chg="del">
          <ac:chgData name="Vitória Santos" userId="2668e8fceaf84e44" providerId="LiveId" clId="{8FA039D7-FDE6-4119-AD42-1545D3E406A6}" dt="2026-05-04T03:24:38.783" v="205" actId="478"/>
          <ac:spMkLst>
            <pc:docMk/>
            <pc:sldMk cId="3866759836" sldId="319"/>
            <ac:spMk id="13" creationId="{301CBFA6-A77C-C0E0-7C75-E8C9E94B21B9}"/>
          </ac:spMkLst>
        </pc:spChg>
        <pc:spChg chg="del">
          <ac:chgData name="Vitória Santos" userId="2668e8fceaf84e44" providerId="LiveId" clId="{8FA039D7-FDE6-4119-AD42-1545D3E406A6}" dt="2026-05-04T03:24:38.783" v="205" actId="478"/>
          <ac:spMkLst>
            <pc:docMk/>
            <pc:sldMk cId="3866759836" sldId="319"/>
            <ac:spMk id="835" creationId="{022810D7-4F8E-8013-A238-945ABBBA35E6}"/>
          </ac:spMkLst>
        </pc:spChg>
        <pc:spChg chg="del">
          <ac:chgData name="Vitória Santos" userId="2668e8fceaf84e44" providerId="LiveId" clId="{8FA039D7-FDE6-4119-AD42-1545D3E406A6}" dt="2026-05-04T03:24:38.783" v="205" actId="478"/>
          <ac:spMkLst>
            <pc:docMk/>
            <pc:sldMk cId="3866759836" sldId="319"/>
            <ac:spMk id="837" creationId="{4AACBD12-8F42-EBF1-1424-80985B336278}"/>
          </ac:spMkLst>
        </pc:spChg>
        <pc:spChg chg="del">
          <ac:chgData name="Vitória Santos" userId="2668e8fceaf84e44" providerId="LiveId" clId="{8FA039D7-FDE6-4119-AD42-1545D3E406A6}" dt="2026-05-04T03:26:35.511" v="212" actId="478"/>
          <ac:spMkLst>
            <pc:docMk/>
            <pc:sldMk cId="3866759836" sldId="319"/>
            <ac:spMk id="884" creationId="{0F148516-3598-05A2-E57C-0FC8A98B41AB}"/>
          </ac:spMkLst>
        </pc:spChg>
        <pc:grpChg chg="del">
          <ac:chgData name="Vitória Santos" userId="2668e8fceaf84e44" providerId="LiveId" clId="{8FA039D7-FDE6-4119-AD42-1545D3E406A6}" dt="2026-05-04T03:24:38.783" v="205" actId="478"/>
          <ac:grpSpMkLst>
            <pc:docMk/>
            <pc:sldMk cId="3866759836" sldId="319"/>
            <ac:grpSpMk id="40" creationId="{0F0BCACE-321B-431A-D71F-13CC2F5F25A6}"/>
          </ac:grpSpMkLst>
        </pc:grpChg>
        <pc:picChg chg="add mod">
          <ac:chgData name="Vitória Santos" userId="2668e8fceaf84e44" providerId="LiveId" clId="{8FA039D7-FDE6-4119-AD42-1545D3E406A6}" dt="2026-05-04T03:28:13.812" v="216" actId="1076"/>
          <ac:picMkLst>
            <pc:docMk/>
            <pc:sldMk cId="3866759836" sldId="319"/>
            <ac:picMk id="3" creationId="{68EF4F62-A845-15AF-EAF1-4051B2A2C6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Olá, somos o grupo AI </a:t>
            </a:r>
            <a:r>
              <a:rPr lang="pt-BR" dirty="0" err="1"/>
              <a:t>Scientist</a:t>
            </a:r>
            <a:r>
              <a:rPr lang="pt-BR" dirty="0"/>
              <a:t>  e vamos apresentar o Tech </a:t>
            </a:r>
            <a:r>
              <a:rPr lang="pt-BR" dirty="0" err="1"/>
              <a:t>Challenge</a:t>
            </a:r>
            <a:r>
              <a:rPr lang="pt-BR" dirty="0"/>
              <a:t> da Fase 1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hoje vamos apresentar como estamos utilizando Inteligência Artificial para transformar o NPS de uma métrica passiva em uma ferramenta de antecipação de crise no e-commerce.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1587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C2373674-B594-1DB5-8FEA-58141B2D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E2E7499D-24C9-C36D-52D4-91A11CEAF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43FA3351-C4D6-1DD3-CCD9-81667E72D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 por que o NPS é tão importante para o negócio? Porque ele tem impacto direto na receita. Promotores têm ciclo de vida mais longo, compram com mais frequência e trazem novos clientes de graça, reduzindo o custo de aquisição. Detratores fazem o caminho inverso: deixam de comprar e ainda expõem falhas nas redes sociais, encarecendo o marketing. Em e-commerce, onde a concorrência está a um clique, isso se traduz diretamente em perda de </a:t>
            </a:r>
            <a:r>
              <a:rPr lang="pt-BR" dirty="0" err="1"/>
              <a:t>market</a:t>
            </a:r>
            <a:r>
              <a:rPr lang="pt-BR" dirty="0"/>
              <a:t> </a:t>
            </a:r>
            <a:r>
              <a:rPr lang="pt-BR" dirty="0" err="1"/>
              <a:t>share</a:t>
            </a:r>
            <a:r>
              <a:rPr lang="pt-B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676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A827626C-0B9E-15A6-8C30-2A37FD3B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966C8544-6D90-BAF4-B1E9-696D05D6D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4B9718DB-44CE-DFCA-6206-2DB19C1BA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Esse não é um problema de uma área só. Logística precisa reduzir atrasos. Atendimento precisa resolver problemas mais rápido. </a:t>
            </a:r>
            <a:r>
              <a:rPr lang="pt-BR" dirty="0" err="1"/>
              <a:t>Pricing</a:t>
            </a:r>
            <a:r>
              <a:rPr lang="pt-BR" dirty="0"/>
              <a:t> precisa entender o impacto do valor percebido quando a entrega falha. </a:t>
            </a:r>
          </a:p>
        </p:txBody>
      </p:sp>
    </p:spTree>
    <p:extLst>
      <p:ext uri="{BB962C8B-B14F-4D97-AF65-F5344CB8AC3E}">
        <p14:creationId xmlns:p14="http://schemas.microsoft.com/office/powerpoint/2010/main" val="50749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79F4C6ED-10A0-477A-AA8D-F60B5BADD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BDC22B14-E2E0-67DD-3503-BA5EA15C38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8D9FB054-28C1-C653-34E0-8AEBD8488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158750" indent="0">
              <a:buNone/>
            </a:pPr>
            <a:r>
              <a:rPr lang="pt-BR" i="1" dirty="0"/>
              <a:t>A variável escolhida para representar a satisfação é o NPS Score , nota de 0 a 10 coletada após a compra. Com base na resposta, os clientes se dividem em três grupos: promotores, que deram 9 ou 10; neutros, que deram 7 ou 8; e detratores, que deram 0 a 6.</a:t>
            </a:r>
            <a:endParaRPr lang="pt-BR" dirty="0"/>
          </a:p>
          <a:p>
            <a:pPr marL="158750" indent="0">
              <a:buNone/>
            </a:pPr>
            <a:endParaRPr lang="pt-BR" i="1" dirty="0"/>
          </a:p>
          <a:p>
            <a:pPr marL="158750" indent="0">
              <a:buNone/>
            </a:pPr>
            <a:r>
              <a:rPr lang="pt-BR" i="1" dirty="0"/>
              <a:t>O cálculo é simples: percentual de promotores menos percentual de detratores. O resultado varia de -100 a +100. Um NPS negativo significa que a empresa tem mais detratores do que promotores, sinal de alerta.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7782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4C4D9146-E6A9-E351-9F63-4FF66947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7CDC6986-F209-9C93-7C94-6E36BE1C5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4EC482CF-871F-F23E-A564-AF1B667A1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sz="1200" i="1" dirty="0"/>
              <a:t>O diagnóstico é crítico. NPS de -80, isso significa que estamos muito próximos do pior cenário possível na escala. 84% dos clientes são detratores, apenas 4% são promotores, e a nota média é 4,38, menos da metade da escala. E o dado mais preocupante: detratores praticamente não voltam. A taxa de recompra desse grupo é zero.</a:t>
            </a:r>
            <a:endParaRPr lang="pt-BR" sz="1200" i="0" dirty="0"/>
          </a:p>
          <a:p>
            <a:pPr marL="158750" indent="0">
              <a:buNone/>
            </a:pPr>
            <a:endParaRPr lang="pt-BR" sz="1200" i="1" dirty="0"/>
          </a:p>
          <a:p>
            <a:pPr marL="158750" indent="0">
              <a:buNone/>
            </a:pPr>
            <a:r>
              <a:rPr lang="pt-BR" sz="1200" i="1" dirty="0"/>
              <a:t>Um ponto essencial: isso não é concentrado em uma região ou faixa etária específica. Todas as regiões e perfis são afetados da mesma forma. A insatisfação é sistêmica, e está na operação, não no perfil do cliente</a:t>
            </a:r>
            <a:endParaRPr lang="pt-BR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4756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916870A1-4F7C-A834-BFD1-1448EC25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C4B4F1D6-4E20-AF75-84A8-B7B7FE140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3B04E4B1-A053-6577-DCB0-230BEAC86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"Analisando os dados, os culpados apareceram rápido.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i="1" dirty="0"/>
              <a:t>Quando analisamos as causas, a base é clara. O atraso na entrega é o principal vilão, com correlação de -0,59 com o NPS, a mais alta entre todas as variáveis. Reclamações vêm em segundo, com -0,49, seguidas por contatos com atendimento, com -0,34.</a:t>
            </a:r>
            <a:endParaRPr lang="pt-BR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atraso na entrega é o fator que mais destrói o NPS, seguido pelo volume de reclamações e contatos com o suporte. É a prova estatística de que a falha operacional dita a nota.“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2900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5B2BE350-43AA-64AB-3487-2B7750648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AEBFA4EC-30CD-0705-270C-4AB8F1D5E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097C5EA4-A78F-8DD7-0C4F-43672C24D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8729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BF8D585C-3A51-30DB-BEDD-49D1D3E3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186DDEB1-7AA6-E7DD-48C1-F4A7973CB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5D69F21B-01A5-AF8F-CC45-BD7ACC94E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sz="1100" i="1" dirty="0"/>
              <a:t>E a janela para agir é pequena: com apenas 1 dia de atraso, o NPS já cai. Com 2 contatos no SAC, o cliente está no limiar da </a:t>
            </a:r>
            <a:r>
              <a:rPr lang="pt-BR" sz="1100" i="1" dirty="0" err="1"/>
              <a:t>detratação</a:t>
            </a:r>
            <a:r>
              <a:rPr lang="pt-BR" sz="1100" i="1" dirty="0"/>
              <a:t>.</a:t>
            </a:r>
            <a:endParaRPr lang="pt-BR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1500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7AD6EAA7-3FF3-A72F-FDA6-75C30DB3F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959CE345-103D-6D9A-947A-F1DAF9DA1D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F73DF507-5600-D897-CD8F-024E4BCB0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"Os dados revelam caudas longas a direita. </a:t>
            </a:r>
          </a:p>
          <a:p>
            <a:pPr marL="158750" indent="0">
              <a:buNone/>
            </a:pPr>
            <a:r>
              <a:rPr lang="pt-BR" dirty="0"/>
              <a:t>Agora, vamos mergulhar no que os dados nos dizem sobre a jornada do cliente. Olhando para essas distribuições, o primeiro ponto que salta aos olhos é a nossa 'Nota NPS'. Temos um abismo aqui: a mediana é 4,4, o que explica por que 84% da nossa base é detratora</a:t>
            </a:r>
          </a:p>
          <a:p>
            <a:pPr marL="158750" indent="0">
              <a:buNone/>
            </a:pPr>
            <a:endParaRPr lang="pt-BR" dirty="0"/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Vejam o 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Atraso na Entrega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a mediana é de 2 dias, mas temos pedidos chegando a 8 dias de atraso. Nossa análise mostra que bastou 1 dia de atraso para o NPS despencar. </a:t>
            </a:r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Atendimento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a maioria faz 1 contato. Mas quando o cliente precisa nos procurar pela segunda vez, a probabilidade dele se tornar um detrator bate recordes. </a:t>
            </a:r>
          </a:p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4785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0614871B-4D28-958C-319A-D1D0796D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04E7FFB1-5E79-ADAB-83BB-8568ED302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0704C6F1-C5F6-5B2F-5430-63926A405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Este gráfico é revelador. Notem que os 'outliers' ou casos extremos de 8 dias de atraso ou 7 contatos estão concentrados quase exclusivamente nos detratores. Eles são os clientes que perderam a paciência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7750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10671E40-7069-1B63-0A56-96DB715A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192528AA-96E3-F4FD-733A-C84855469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60A21EA7-9440-4538-A961-7236B0203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"Vejam o efeito cascata: a satisfação despenca no 1º dia de atraso e a probabilidade de detração bate recorde no 2º contato com o SAC. O cliente perdoa um erro, mas a soma de fricções é o ponto de ruptura."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[Ponte da fala]: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"Mas como vigiar milhares de pedidos para ver quem bateu o 2º contato? É aqui que entra o nosso modelo preditivo."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2959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A745CFEE-4209-C26D-7E22-61B9895D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id="{DDAA4FCB-8CE8-7B6F-B5B5-AF0BBD36E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id="{67ED5BEE-C43C-F646-60F6-A355CEC8A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i="1" dirty="0"/>
              <a:t>Com base nesses fatores, construímos um modelo preditivo que classifica cada cliente como promotor, neutro ou detrator, antes da pesquisa ser enviada. O modelo atingiu 85,6% de acurácia e identifica detratores com 94,6% de recall, ou seja, captura quase todos os clientes em risco.</a:t>
            </a:r>
          </a:p>
          <a:p>
            <a:pPr marL="158750" indent="0">
              <a:buNone/>
            </a:pPr>
            <a:endParaRPr lang="pt-BR" dirty="0"/>
          </a:p>
          <a:p>
            <a:pPr marL="158750" indent="0">
              <a:buNone/>
            </a:pPr>
            <a:r>
              <a:rPr lang="pt-BR" i="1" dirty="0"/>
              <a:t>Mas sendo honestos com as limitações: a base com 84% de detratores cria viés, e a classe neutro ainda é desafiadora. O modelo é uma ferramenta de apoio à priorização, não um oráculo.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3123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5A5B5022-F104-F47F-655B-5D7A2C2E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id="{245EE07B-3898-6954-7065-A3A2BA0E1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id="{4462D4C1-B184-FB0C-B2CF-7E1DDB8333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9959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59205835-DA62-3DB1-E133-148FBAB5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>
            <a:extLst>
              <a:ext uri="{FF2B5EF4-FFF2-40B4-BE49-F238E27FC236}">
                <a16:creationId xmlns:a16="http://schemas.microsoft.com/office/drawing/2014/main" id="{A7FADBDD-D172-6A2C-3392-854022CAC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>
            <a:extLst>
              <a:ext uri="{FF2B5EF4-FFF2-40B4-BE49-F238E27FC236}">
                <a16:creationId xmlns:a16="http://schemas.microsoft.com/office/drawing/2014/main" id="{E3E4FFF1-FA62-53B8-C176-9CE470B55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/>
              <a:t>Com esses insights, três ações se tornam prioridade.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1200" dirty="0"/>
              <a:t>Na logística: monitorar pedidos com risco de atraso e comunicar o cliente antes da ruptura, 1 dia já faz diferença.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1200" dirty="0"/>
              <a:t>No SAC: clientes com 2 ou mais contatos ou reclamações precisam de prioridade imediata.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1200" dirty="0"/>
              <a:t>E na área de dados: 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Usar a predição para aplicar uma 'vacina' (como um cupom ou contato VIP) 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enviar a pesquisa.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Vamos parar de medir o dano e começar a salvar o cliente.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8632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>
          <a:extLst>
            <a:ext uri="{FF2B5EF4-FFF2-40B4-BE49-F238E27FC236}">
              <a16:creationId xmlns:a16="http://schemas.microsoft.com/office/drawing/2014/main" id="{065E192A-C327-D8CD-9B61-8CC1C441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>
            <a:extLst>
              <a:ext uri="{FF2B5EF4-FFF2-40B4-BE49-F238E27FC236}">
                <a16:creationId xmlns:a16="http://schemas.microsoft.com/office/drawing/2014/main" id="{8A0F5A48-C80D-BF83-8887-A5994B5A3D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>
            <a:extLst>
              <a:ext uri="{FF2B5EF4-FFF2-40B4-BE49-F238E27FC236}">
                <a16:creationId xmlns:a16="http://schemas.microsoft.com/office/drawing/2014/main" id="{99D0AD5C-E413-8EE7-39EA-942C90261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 insatisfação tem causa, tem padrão e tem solução. Os dados mostram onde a experiência quebra,  e agora temos como agir antes. Obrigada!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7970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60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.sv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sv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2.sv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7.sv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/>
          <p:nvPr/>
        </p:nvSpPr>
        <p:spPr>
          <a:xfrm>
            <a:off x="7330025" y="459500"/>
            <a:ext cx="1262100" cy="350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229689" y="2031086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dirty="0"/>
              <a:t>Tech </a:t>
            </a:r>
            <a:r>
              <a:rPr lang="pt-BR" sz="4400" dirty="0" err="1"/>
              <a:t>Challenge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53159" y="3923939"/>
            <a:ext cx="5675569" cy="872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AI </a:t>
            </a:r>
            <a:r>
              <a:rPr lang="pt-BR" sz="1200" dirty="0" err="1"/>
              <a:t>Scientist</a:t>
            </a:r>
            <a:endParaRPr lang="pt-BR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Eduardo Rossi | </a:t>
            </a:r>
            <a:r>
              <a:rPr lang="pt-BR" sz="1200" dirty="0" err="1"/>
              <a:t>Luis</a:t>
            </a:r>
            <a:r>
              <a:rPr lang="pt-BR" sz="1200" dirty="0"/>
              <a:t> Gustavo | Luiza Rodrigues | Vitória Santos | </a:t>
            </a:r>
            <a:r>
              <a:rPr lang="pt-BR" sz="1200" dirty="0" err="1"/>
              <a:t>Vyctor</a:t>
            </a:r>
            <a:r>
              <a:rPr lang="pt-BR" sz="1200" dirty="0"/>
              <a:t> Correia</a:t>
            </a:r>
            <a:endParaRPr sz="120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1º fase</a:t>
            </a:r>
            <a:endParaRPr dirty="0"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" name="Áudio 14">
            <a:hlinkClick r:id="" action="ppaction://media"/>
            <a:extLst>
              <a:ext uri="{FF2B5EF4-FFF2-40B4-BE49-F238E27FC236}">
                <a16:creationId xmlns:a16="http://schemas.microsoft.com/office/drawing/2014/main" id="{6B5FF6F7-18BD-9987-D9A3-689A4CB77F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34"/>
    </mc:Choice>
    <mc:Fallback>
      <p:transition spd="slow" advTm="6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030242-2F97-418B-5923-6E80AD343106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42154" y="2316310"/>
            <a:ext cx="4704861" cy="701100"/>
          </a:xfrm>
        </p:spPr>
        <p:txBody>
          <a:bodyPr/>
          <a:lstStyle/>
          <a:p>
            <a:r>
              <a:rPr lang="pt-BR" sz="3600" dirty="0"/>
              <a:t>Ia para NPS preditivo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21E48C25-51E7-7B57-CFE7-3DE8B7606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6153" y="3017410"/>
            <a:ext cx="5720862" cy="999698"/>
          </a:xfrm>
        </p:spPr>
        <p:txBody>
          <a:bodyPr/>
          <a:lstStyle/>
          <a:p>
            <a:pPr lvl="1" algn="r"/>
            <a:r>
              <a:rPr lang="pt-BR" sz="1800" dirty="0"/>
              <a:t>A transição do monitoramento </a:t>
            </a:r>
            <a:r>
              <a:rPr lang="pt-BR" sz="1800" b="1" dirty="0"/>
              <a:t>reativo</a:t>
            </a:r>
            <a:r>
              <a:rPr lang="pt-BR" sz="1800" dirty="0"/>
              <a:t> para o </a:t>
            </a:r>
            <a:r>
              <a:rPr lang="pt-BR" sz="1800" b="1" dirty="0"/>
              <a:t>preditivo</a:t>
            </a:r>
            <a:r>
              <a:rPr lang="pt-BR" sz="1800" dirty="0"/>
              <a:t> como vantagem competitiva no e-commerce moderno.</a:t>
            </a:r>
          </a:p>
        </p:txBody>
      </p:sp>
      <p:pic>
        <p:nvPicPr>
          <p:cNvPr id="12" name="Áudio 11">
            <a:hlinkClick r:id="" action="ppaction://media"/>
            <a:extLst>
              <a:ext uri="{FF2B5EF4-FFF2-40B4-BE49-F238E27FC236}">
                <a16:creationId xmlns:a16="http://schemas.microsoft.com/office/drawing/2014/main" id="{62D3E832-D738-B3CA-E7CF-18266A9543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18625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07"/>
    </mc:Choice>
    <mc:Fallback>
      <p:transition spd="slow" advTm="108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D0F60F3C-6C2B-6CDC-A592-A05910E9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0A78D5B0-9E05-9510-A2D9-9608AB1AD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NPS: o Termômetro de Fidelidade</a:t>
            </a:r>
            <a:endParaRPr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DD7806-0758-8368-EB51-2A0812D393FB}"/>
              </a:ext>
            </a:extLst>
          </p:cNvPr>
          <p:cNvSpPr/>
          <p:nvPr/>
        </p:nvSpPr>
        <p:spPr>
          <a:xfrm>
            <a:off x="120187" y="1993115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Recompra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Promoter têm LTV (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Lifetime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value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) elevado e compram com maior frequência, reduzindo a dependência da mídia paga.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F6D427A-19A0-3E2F-865E-91CF872059FF}"/>
              </a:ext>
            </a:extLst>
          </p:cNvPr>
          <p:cNvSpPr/>
          <p:nvPr/>
        </p:nvSpPr>
        <p:spPr>
          <a:xfrm>
            <a:off x="3091986" y="2046593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Boca a Boca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A prova social é o motor de conversão. Promotores reduzem o CAC, enquanto detratores geram “ruído“ que encarece o marketing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EF207B-C19D-56C7-5FF0-D047D2043B27}"/>
              </a:ext>
            </a:extLst>
          </p:cNvPr>
          <p:cNvSpPr/>
          <p:nvPr/>
        </p:nvSpPr>
        <p:spPr>
          <a:xfrm>
            <a:off x="6209259" y="2049641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Market </a:t>
            </a:r>
            <a:r>
              <a:rPr lang="pt-BR" sz="2000" dirty="0" err="1">
                <a:solidFill>
                  <a:schemeClr val="dk1"/>
                </a:solidFill>
                <a:latin typeface="Baloo 2 ExtraBold"/>
                <a:cs typeface="Baloo 2 ExtraBold"/>
              </a:rPr>
              <a:t>Share</a:t>
            </a:r>
            <a:endParaRPr lang="pt-BR" sz="2000" dirty="0">
              <a:solidFill>
                <a:schemeClr val="dk1"/>
              </a:solidFill>
              <a:latin typeface="Baloo 2 ExtraBold"/>
              <a:cs typeface="Baloo 2 ExtraBold"/>
            </a:endParaRP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A liderança é mantida pela fidelização. O NPS alto cria barreiras contra a concorrência que disputa apenas por preço</a:t>
            </a:r>
          </a:p>
        </p:txBody>
      </p:sp>
      <p:pic>
        <p:nvPicPr>
          <p:cNvPr id="5" name="Graphic 4" descr="Refresh with solid fill">
            <a:extLst>
              <a:ext uri="{FF2B5EF4-FFF2-40B4-BE49-F238E27FC236}">
                <a16:creationId xmlns:a16="http://schemas.microsoft.com/office/drawing/2014/main" id="{9CC75853-CB1F-D961-BF72-759D54716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7637" y="1248642"/>
            <a:ext cx="665018" cy="665018"/>
          </a:xfrm>
          <a:prstGeom prst="rect">
            <a:avLst/>
          </a:prstGeom>
        </p:spPr>
      </p:pic>
      <p:pic>
        <p:nvPicPr>
          <p:cNvPr id="6" name="Graphic 5" descr="Megaphone1 with solid fill">
            <a:extLst>
              <a:ext uri="{FF2B5EF4-FFF2-40B4-BE49-F238E27FC236}">
                <a16:creationId xmlns:a16="http://schemas.microsoft.com/office/drawing/2014/main" id="{759AED08-CFDF-122F-715C-F555711BD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4342" y="1131664"/>
            <a:ext cx="726649" cy="726649"/>
          </a:xfrm>
          <a:prstGeom prst="rect">
            <a:avLst/>
          </a:prstGeom>
        </p:spPr>
      </p:pic>
      <p:pic>
        <p:nvPicPr>
          <p:cNvPr id="8" name="Graphic 7" descr="Upward trend with solid fill">
            <a:extLst>
              <a:ext uri="{FF2B5EF4-FFF2-40B4-BE49-F238E27FC236}">
                <a16:creationId xmlns:a16="http://schemas.microsoft.com/office/drawing/2014/main" id="{133530D8-2B2F-7F06-D1D7-F3EF5DFBA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2838" y="1037788"/>
            <a:ext cx="914400" cy="914400"/>
          </a:xfrm>
          <a:prstGeom prst="rect">
            <a:avLst/>
          </a:prstGeom>
        </p:spPr>
      </p:pic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8027FE06-3A8F-0F09-2756-C92A9D4435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5050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99"/>
    </mc:Choice>
    <mc:Fallback>
      <p:transition spd="slow" advTm="257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3DE54BD8-AE74-3460-2C3A-00CC77CA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290C1ED8-487E-58B6-D2AA-9FE32E8586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15" y="341854"/>
            <a:ext cx="84041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Como diferentes áreas ganham com este projeto?</a:t>
            </a:r>
            <a:endParaRPr sz="2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E2EBC8-7420-DAC6-7288-504CD231254C}"/>
              </a:ext>
            </a:extLst>
          </p:cNvPr>
          <p:cNvSpPr/>
          <p:nvPr/>
        </p:nvSpPr>
        <p:spPr>
          <a:xfrm>
            <a:off x="120187" y="1993115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Logística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Ajuste de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SLAs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 e revisão de transporte crítica baseado nos atrasos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0065C6-6878-8668-B962-2065A516A65D}"/>
              </a:ext>
            </a:extLst>
          </p:cNvPr>
          <p:cNvSpPr/>
          <p:nvPr/>
        </p:nvSpPr>
        <p:spPr>
          <a:xfrm>
            <a:off x="3091986" y="2046593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SAC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Priorização de atendimento para clientes com risco de detração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ECEC29-1348-B751-633E-5C1422A6AB8C}"/>
              </a:ext>
            </a:extLst>
          </p:cNvPr>
          <p:cNvSpPr/>
          <p:nvPr/>
        </p:nvSpPr>
        <p:spPr>
          <a:xfrm>
            <a:off x="6209259" y="2049641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err="1">
                <a:solidFill>
                  <a:schemeClr val="dk1"/>
                </a:solidFill>
                <a:latin typeface="Baloo 2 ExtraBold"/>
                <a:cs typeface="Baloo 2 ExtraBold"/>
              </a:rPr>
              <a:t>Pricing</a:t>
            </a:r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 / Comercial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Entender a sensibilidade ao valor quando a entrega falha e proteger clientes com alto potencial de recompra</a:t>
            </a:r>
          </a:p>
        </p:txBody>
      </p:sp>
      <p:pic>
        <p:nvPicPr>
          <p:cNvPr id="4" name="Graphic 3" descr="Delivery with solid fill">
            <a:extLst>
              <a:ext uri="{FF2B5EF4-FFF2-40B4-BE49-F238E27FC236}">
                <a16:creationId xmlns:a16="http://schemas.microsoft.com/office/drawing/2014/main" id="{C386D619-734E-CE9E-EFFF-0D4FB44FA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3386" y="1377955"/>
            <a:ext cx="615160" cy="615160"/>
          </a:xfrm>
          <a:prstGeom prst="rect">
            <a:avLst/>
          </a:prstGeom>
        </p:spPr>
      </p:pic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F4D4B47E-EB94-3128-B5EC-A9B4C4917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9407" y="1377955"/>
            <a:ext cx="457962" cy="457962"/>
          </a:xfrm>
          <a:prstGeom prst="rect">
            <a:avLst/>
          </a:prstGeom>
        </p:spPr>
      </p:pic>
      <p:pic>
        <p:nvPicPr>
          <p:cNvPr id="9" name="Graphic 8" descr="Label with solid fill">
            <a:extLst>
              <a:ext uri="{FF2B5EF4-FFF2-40B4-BE49-F238E27FC236}">
                <a16:creationId xmlns:a16="http://schemas.microsoft.com/office/drawing/2014/main" id="{4D39C1A0-0639-C3EC-AE21-8FA2369B2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454" y="1377955"/>
            <a:ext cx="615160" cy="615160"/>
          </a:xfrm>
          <a:prstGeom prst="rect">
            <a:avLst/>
          </a:prstGeom>
        </p:spPr>
      </p:pic>
      <p:pic>
        <p:nvPicPr>
          <p:cNvPr id="17" name="Áudio 16">
            <a:hlinkClick r:id="" action="ppaction://media"/>
            <a:extLst>
              <a:ext uri="{FF2B5EF4-FFF2-40B4-BE49-F238E27FC236}">
                <a16:creationId xmlns:a16="http://schemas.microsoft.com/office/drawing/2014/main" id="{694A1ECD-BD86-C292-5CBE-75453A94E2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08917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36"/>
    </mc:Choice>
    <mc:Fallback>
      <p:transition spd="slow" advTm="12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6711F187-185C-6BB3-AD87-178FD231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042CB00C-AF04-A80B-DD01-9A78A4B3B6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que estamos tentando prever?</a:t>
            </a:r>
            <a:endParaRPr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282E051-95AE-5E58-3479-3258F3139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683" y="1983056"/>
            <a:ext cx="3699300" cy="1497335"/>
          </a:xfrm>
        </p:spPr>
        <p:txBody>
          <a:bodyPr/>
          <a:lstStyle/>
          <a:p>
            <a:pPr marL="139700" indent="0"/>
            <a:r>
              <a:rPr lang="pt-BR" b="1" dirty="0">
                <a:latin typeface="DM Sans" pitchFamily="2" charset="0"/>
              </a:rPr>
              <a:t>Variável alvo (Target)</a:t>
            </a:r>
            <a:r>
              <a:rPr lang="pt-BR" dirty="0">
                <a:latin typeface="DM Sans" pitchFamily="2" charset="0"/>
              </a:rPr>
              <a:t>: Nota de NPS (0-10) coletada pós-</a:t>
            </a:r>
            <a:r>
              <a:rPr lang="pt-BR" dirty="0"/>
              <a:t>experiência</a:t>
            </a:r>
            <a:endParaRPr lang="pt-BR" dirty="0">
              <a:latin typeface="DM Sans" pitchFamily="2" charset="0"/>
            </a:endParaRPr>
          </a:p>
          <a:p>
            <a:pPr marL="139700" indent="0">
              <a:buNone/>
            </a:pPr>
            <a:endParaRPr lang="pt-BR" dirty="0">
              <a:latin typeface="DM Sans" pitchFamily="2" charset="0"/>
            </a:endParaRPr>
          </a:p>
          <a:p>
            <a:pPr marL="139700" indent="0"/>
            <a:r>
              <a:rPr lang="pt-BR" b="1" dirty="0">
                <a:latin typeface="DM Sans" pitchFamily="2" charset="0"/>
              </a:rPr>
              <a:t>Por que?</a:t>
            </a:r>
            <a:r>
              <a:rPr lang="pt-BR" dirty="0">
                <a:latin typeface="DM Sans" pitchFamily="2" charset="0"/>
              </a:rPr>
              <a:t>: É o padrão-ouro de lealdade e tem correlação direta com </a:t>
            </a:r>
            <a:r>
              <a:rPr lang="pt-BR" dirty="0" err="1">
                <a:latin typeface="DM Sans" pitchFamily="2" charset="0"/>
              </a:rPr>
              <a:t>Churn</a:t>
            </a:r>
            <a:endParaRPr lang="pt-BR" dirty="0">
              <a:latin typeface="DM Sans" pitchFamily="2" charset="0"/>
            </a:endParaRPr>
          </a:p>
          <a:p>
            <a:pPr marL="139700" indent="0"/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1026" name="Picture 2" descr="O que é NPS e Como Melhorar a Experiência do Cliente?">
            <a:extLst>
              <a:ext uri="{FF2B5EF4-FFF2-40B4-BE49-F238E27FC236}">
                <a16:creationId xmlns:a16="http://schemas.microsoft.com/office/drawing/2014/main" id="{22567139-F1D5-60BA-681D-FDD0F4EC2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094" y="1498051"/>
            <a:ext cx="4784714" cy="261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Áudio 9">
            <a:hlinkClick r:id="" action="ppaction://media"/>
            <a:extLst>
              <a:ext uri="{FF2B5EF4-FFF2-40B4-BE49-F238E27FC236}">
                <a16:creationId xmlns:a16="http://schemas.microsoft.com/office/drawing/2014/main" id="{8CD5E14A-2EAE-119E-A10D-5B8E29285C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45203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590"/>
    </mc:Choice>
    <mc:Fallback>
      <p:transition spd="slow" advTm="26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2655E568-3C0D-7D4E-98EC-129D179A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6CF780D9-2F37-3B6C-4F08-E3339A1115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Diagnóstico: Um cenário alarmante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81EFE9-B66A-AD83-4A84-23E4EF19FF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961"/>
          <a:stretch>
            <a:fillRect/>
          </a:stretch>
        </p:blipFill>
        <p:spPr>
          <a:xfrm>
            <a:off x="1029472" y="1080134"/>
            <a:ext cx="6903821" cy="3532141"/>
          </a:xfrm>
          <a:prstGeom prst="rect">
            <a:avLst/>
          </a:prstGeom>
        </p:spPr>
      </p:pic>
      <p:pic>
        <p:nvPicPr>
          <p:cNvPr id="7" name="Áudio 6">
            <a:hlinkClick r:id="" action="ppaction://media"/>
            <a:extLst>
              <a:ext uri="{FF2B5EF4-FFF2-40B4-BE49-F238E27FC236}">
                <a16:creationId xmlns:a16="http://schemas.microsoft.com/office/drawing/2014/main" id="{6DE99337-BDA6-3E4A-69E2-786D997F03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66601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45"/>
    </mc:Choice>
    <mc:Fallback>
      <p:transition spd="slow" advTm="303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A66A16B9-08C3-355A-DAF0-0F59D22B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9437033B-7BC3-CB2B-FDCC-45E4280F1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309" y="985696"/>
            <a:ext cx="5707381" cy="3446427"/>
          </a:xfrm>
          <a:prstGeom prst="rect">
            <a:avLst/>
          </a:prstGeom>
        </p:spPr>
      </p:pic>
      <p:sp>
        <p:nvSpPr>
          <p:cNvPr id="13" name="Google Shape;763;p29">
            <a:extLst>
              <a:ext uri="{FF2B5EF4-FFF2-40B4-BE49-F238E27FC236}">
                <a16:creationId xmlns:a16="http://schemas.microsoft.com/office/drawing/2014/main" id="{F9D1B05C-066C-DA55-3F3B-D3812B352253}"/>
              </a:ext>
            </a:extLst>
          </p:cNvPr>
          <p:cNvSpPr txBox="1">
            <a:spLocks/>
          </p:cNvSpPr>
          <p:nvPr/>
        </p:nvSpPr>
        <p:spPr>
          <a:xfrm>
            <a:off x="160019" y="21547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pt-BR" dirty="0"/>
              <a:t>Correlação das variáveis</a:t>
            </a:r>
          </a:p>
        </p:txBody>
      </p:sp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F58B38C4-3C07-4FB0-528B-D95CEF3C6A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01743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441"/>
    </mc:Choice>
    <mc:Fallback>
      <p:transition spd="slow" advTm="254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253DB23D-2134-A9DE-E420-CC772B96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2AD2C261-6CB5-EEB0-1656-2BC466015B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14" r="22539"/>
          <a:stretch>
            <a:fillRect/>
          </a:stretch>
        </p:blipFill>
        <p:spPr>
          <a:xfrm>
            <a:off x="992158" y="2648441"/>
            <a:ext cx="2015247" cy="1838225"/>
          </a:xfrm>
          <a:prstGeom prst="rect">
            <a:avLst/>
          </a:prstGeom>
        </p:spPr>
      </p:pic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2AAE6EAA-5E85-7EDA-0679-C36C913CD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Quem é o nosso cliente?</a:t>
            </a:r>
            <a:endParaRPr dirty="0"/>
          </a:p>
        </p:txBody>
      </p:sp>
      <p:sp>
        <p:nvSpPr>
          <p:cNvPr id="5" name="Rectangle: Rounded Corners 1">
            <a:extLst>
              <a:ext uri="{FF2B5EF4-FFF2-40B4-BE49-F238E27FC236}">
                <a16:creationId xmlns:a16="http://schemas.microsoft.com/office/drawing/2014/main" id="{04978CCD-3A66-7859-D3FE-53C91F8FD817}"/>
              </a:ext>
            </a:extLst>
          </p:cNvPr>
          <p:cNvSpPr/>
          <p:nvPr/>
        </p:nvSpPr>
        <p:spPr>
          <a:xfrm>
            <a:off x="3145233" y="920426"/>
            <a:ext cx="2761559" cy="159576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Fidelidade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Média de 5 anos de relacionamento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</p:txBody>
      </p:sp>
      <p:sp>
        <p:nvSpPr>
          <p:cNvPr id="6" name="Rectangle: Rounded Corners 2">
            <a:extLst>
              <a:ext uri="{FF2B5EF4-FFF2-40B4-BE49-F238E27FC236}">
                <a16:creationId xmlns:a16="http://schemas.microsoft.com/office/drawing/2014/main" id="{5632155E-B69B-6897-CFD4-EE42D20B7329}"/>
              </a:ext>
            </a:extLst>
          </p:cNvPr>
          <p:cNvSpPr/>
          <p:nvPr/>
        </p:nvSpPr>
        <p:spPr>
          <a:xfrm>
            <a:off x="6137896" y="920426"/>
            <a:ext cx="2761559" cy="159576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Comportamento de compra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Ticket médio de ~R$ 434, comprando de 3 a 4 itens</a:t>
            </a:r>
          </a:p>
        </p:txBody>
      </p:sp>
      <p:sp>
        <p:nvSpPr>
          <p:cNvPr id="21" name="Rectangle: Rounded Corners 1">
            <a:extLst>
              <a:ext uri="{FF2B5EF4-FFF2-40B4-BE49-F238E27FC236}">
                <a16:creationId xmlns:a16="http://schemas.microsoft.com/office/drawing/2014/main" id="{EF42BAA7-BC19-31D4-369A-1C9B4618155B}"/>
              </a:ext>
            </a:extLst>
          </p:cNvPr>
          <p:cNvSpPr/>
          <p:nvPr/>
        </p:nvSpPr>
        <p:spPr>
          <a:xfrm>
            <a:off x="160019" y="920425"/>
            <a:ext cx="2761559" cy="159576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Faixa Etária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Entre 35 a 54 anos</a:t>
            </a:r>
          </a:p>
        </p:txBody>
      </p:sp>
    </p:spTree>
    <p:extLst>
      <p:ext uri="{BB962C8B-B14F-4D97-AF65-F5344CB8AC3E}">
        <p14:creationId xmlns:p14="http://schemas.microsoft.com/office/powerpoint/2010/main" val="24860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F95E8151-C3BC-27DB-418F-DF1FEED7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287E8B8D-06C5-E2D5-BF2A-DD20B66B0F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Onde estamos perdendo o cliente?</a:t>
            </a:r>
            <a:endParaRPr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A558E1C-DAA8-E397-0DF6-3D32E8F37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454" y="711817"/>
            <a:ext cx="4032766" cy="514817"/>
          </a:xfrm>
        </p:spPr>
        <p:txBody>
          <a:bodyPr/>
          <a:lstStyle/>
          <a:p>
            <a:pPr marL="139700" indent="0"/>
            <a:r>
              <a:rPr lang="pt-BR" b="1" dirty="0">
                <a:latin typeface="DM Sans" pitchFamily="2" charset="0"/>
              </a:rPr>
              <a:t>O Efeito Cascata da Fricção Operacional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C30BB209-FD9F-B211-B854-35D74172C9F6}"/>
              </a:ext>
            </a:extLst>
          </p:cNvPr>
          <p:cNvSpPr/>
          <p:nvPr/>
        </p:nvSpPr>
        <p:spPr>
          <a:xfrm>
            <a:off x="120187" y="1993115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Atraso na Entrega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A partir do 1º dia de atraso, o NPS já despenca significativamente.</a:t>
            </a:r>
          </a:p>
        </p:txBody>
      </p:sp>
      <p:sp>
        <p:nvSpPr>
          <p:cNvPr id="5" name="Rectangle: Rounded Corners 1">
            <a:extLst>
              <a:ext uri="{FF2B5EF4-FFF2-40B4-BE49-F238E27FC236}">
                <a16:creationId xmlns:a16="http://schemas.microsoft.com/office/drawing/2014/main" id="{67E92FEB-30D0-1622-2E10-016682CAFB5B}"/>
              </a:ext>
            </a:extLst>
          </p:cNvPr>
          <p:cNvSpPr/>
          <p:nvPr/>
        </p:nvSpPr>
        <p:spPr>
          <a:xfrm>
            <a:off x="3091986" y="2046593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Contato com SAC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A maioria faz pelo menos 1 contato. Se passa para 2 ou mais contatos, o risco de virar detrator dispara.</a:t>
            </a:r>
          </a:p>
        </p:txBody>
      </p:sp>
      <p:sp>
        <p:nvSpPr>
          <p:cNvPr id="6" name="Rectangle: Rounded Corners 2">
            <a:extLst>
              <a:ext uri="{FF2B5EF4-FFF2-40B4-BE49-F238E27FC236}">
                <a16:creationId xmlns:a16="http://schemas.microsoft.com/office/drawing/2014/main" id="{AA02CDDE-0FEA-3F21-381D-DF5F623E22FD}"/>
              </a:ext>
            </a:extLst>
          </p:cNvPr>
          <p:cNvSpPr/>
          <p:nvPr/>
        </p:nvSpPr>
        <p:spPr>
          <a:xfrm>
            <a:off x="6209259" y="2049641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Casos Críticos </a:t>
            </a:r>
          </a:p>
          <a:p>
            <a:pPr algn="ctr"/>
            <a:endParaRPr lang="pt-BR" sz="2000" dirty="0">
              <a:solidFill>
                <a:schemeClr val="dk1"/>
              </a:solidFill>
              <a:latin typeface="Baloo 2 ExtraBold"/>
              <a:cs typeface="Baloo 2 ExtraBold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Valores extremos de atraso ou reclamação não são erros de digitação, são clientes perdendo a paciência.</a:t>
            </a:r>
          </a:p>
        </p:txBody>
      </p:sp>
      <p:pic>
        <p:nvPicPr>
          <p:cNvPr id="7" name="Graphic 3" descr="Delivery with solid fill">
            <a:extLst>
              <a:ext uri="{FF2B5EF4-FFF2-40B4-BE49-F238E27FC236}">
                <a16:creationId xmlns:a16="http://schemas.microsoft.com/office/drawing/2014/main" id="{FE1B5055-C070-7EDF-FB9E-EB5854DD0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3386" y="1377955"/>
            <a:ext cx="615160" cy="615160"/>
          </a:xfrm>
          <a:prstGeom prst="rect">
            <a:avLst/>
          </a:prstGeom>
        </p:spPr>
      </p:pic>
      <p:pic>
        <p:nvPicPr>
          <p:cNvPr id="8" name="Graphic 6" descr="Call center with solid fill">
            <a:extLst>
              <a:ext uri="{FF2B5EF4-FFF2-40B4-BE49-F238E27FC236}">
                <a16:creationId xmlns:a16="http://schemas.microsoft.com/office/drawing/2014/main" id="{A187E40E-4A77-0A06-1689-A12693439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9407" y="1377955"/>
            <a:ext cx="457962" cy="457962"/>
          </a:xfrm>
          <a:prstGeom prst="rect">
            <a:avLst/>
          </a:prstGeom>
        </p:spPr>
      </p:pic>
      <p:pic>
        <p:nvPicPr>
          <p:cNvPr id="12" name="Gráfico 11" descr="Aviso com preenchimento sólido">
            <a:extLst>
              <a:ext uri="{FF2B5EF4-FFF2-40B4-BE49-F238E27FC236}">
                <a16:creationId xmlns:a16="http://schemas.microsoft.com/office/drawing/2014/main" id="{B32B4191-067A-82D9-49FF-BDF99CA98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1056" y="1407632"/>
            <a:ext cx="457963" cy="457963"/>
          </a:xfrm>
          <a:prstGeom prst="rect">
            <a:avLst/>
          </a:prstGeom>
        </p:spPr>
      </p:pic>
      <p:pic>
        <p:nvPicPr>
          <p:cNvPr id="10" name="Áudio 9">
            <a:hlinkClick r:id="" action="ppaction://media"/>
            <a:extLst>
              <a:ext uri="{FF2B5EF4-FFF2-40B4-BE49-F238E27FC236}">
                <a16:creationId xmlns:a16="http://schemas.microsoft.com/office/drawing/2014/main" id="{E5E633B9-4275-4EE0-DF3A-48DC08C038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9243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833"/>
    </mc:Choice>
    <mc:Fallback>
      <p:transition spd="slow" advTm="418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2AC1751C-C668-0E08-9E20-0B8C5AE6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7F68874C-76FC-A7C9-A568-19EB98B70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Distribuições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474704-9A1E-2467-B741-9D2C58606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709" y="914862"/>
            <a:ext cx="6310582" cy="3313776"/>
          </a:xfrm>
          <a:prstGeom prst="rect">
            <a:avLst/>
          </a:prstGeom>
        </p:spPr>
      </p:pic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183A9ED7-487D-84A5-43D7-920E9E73B2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58989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94"/>
    </mc:Choice>
    <mc:Fallback>
      <p:transition spd="slow" advTm="207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0BA88EB9-FD79-BA3B-8E0B-818E7103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722D805A-B4C2-BDBA-FB6C-AF6175922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Onde estamos perdendo o cliente?</a:t>
            </a:r>
            <a:endParaRPr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14639C62-CCE8-01A8-2AD6-5BA225CB5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" y="1006983"/>
            <a:ext cx="7823835" cy="3129534"/>
          </a:xfrm>
          <a:prstGeom prst="rect">
            <a:avLst/>
          </a:prstGeom>
        </p:spPr>
      </p:pic>
      <p:pic>
        <p:nvPicPr>
          <p:cNvPr id="6" name="Áudio 5">
            <a:hlinkClick r:id="" action="ppaction://media"/>
            <a:extLst>
              <a:ext uri="{FF2B5EF4-FFF2-40B4-BE49-F238E27FC236}">
                <a16:creationId xmlns:a16="http://schemas.microsoft.com/office/drawing/2014/main" id="{1BB16314-1FA3-8884-AC99-5415E66DAB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62111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04"/>
    </mc:Choice>
    <mc:Fallback>
      <p:transition spd="slow" advTm="111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B8D3D816-FEDC-F6FC-2EA7-E2BF8A3A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49B3BB26-0603-816E-ED13-C73783953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Onde estamos perdendo o cliente?</a:t>
            </a:r>
            <a:endParaRPr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CC489B5-A9FD-A687-A783-9449FD20E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858" y="948601"/>
            <a:ext cx="6572161" cy="3572756"/>
          </a:xfrm>
          <a:prstGeom prst="rect">
            <a:avLst/>
          </a:prstGeom>
        </p:spPr>
      </p:pic>
      <p:pic>
        <p:nvPicPr>
          <p:cNvPr id="4" name="Áudio 3">
            <a:hlinkClick r:id="" action="ppaction://media"/>
            <a:extLst>
              <a:ext uri="{FF2B5EF4-FFF2-40B4-BE49-F238E27FC236}">
                <a16:creationId xmlns:a16="http://schemas.microsoft.com/office/drawing/2014/main" id="{D5D69173-3E54-C0C4-7C40-395BB50D6B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72036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963"/>
    </mc:Choice>
    <mc:Fallback>
      <p:transition spd="slow" advTm="209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5B073E5C-E98B-1847-1C60-4A54FFAD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>
            <a:extLst>
              <a:ext uri="{FF2B5EF4-FFF2-40B4-BE49-F238E27FC236}">
                <a16:creationId xmlns:a16="http://schemas.microsoft.com/office/drawing/2014/main" id="{899B9E46-0752-CD82-73CF-C10755BCD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105" y="224879"/>
            <a:ext cx="6120281" cy="625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Estatégia Preditiva</a:t>
            </a:r>
            <a:endParaRPr dirty="0"/>
          </a:p>
        </p:txBody>
      </p:sp>
      <p:sp>
        <p:nvSpPr>
          <p:cNvPr id="9" name="Google Shape;765;p29">
            <a:extLst>
              <a:ext uri="{FF2B5EF4-FFF2-40B4-BE49-F238E27FC236}">
                <a16:creationId xmlns:a16="http://schemas.microsoft.com/office/drawing/2014/main" id="{55F3BF30-5AB0-B64C-5E2A-35F627CCF738}"/>
              </a:ext>
            </a:extLst>
          </p:cNvPr>
          <p:cNvSpPr txBox="1">
            <a:spLocks/>
          </p:cNvSpPr>
          <p:nvPr/>
        </p:nvSpPr>
        <p:spPr>
          <a:xfrm>
            <a:off x="563615" y="1048208"/>
            <a:ext cx="2958000" cy="56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>
              <a:buNone/>
            </a:pPr>
            <a:r>
              <a:rPr lang="pt-BR" sz="1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 que o modelo entrega?</a:t>
            </a:r>
          </a:p>
        </p:txBody>
      </p:sp>
      <p:sp>
        <p:nvSpPr>
          <p:cNvPr id="13" name="Google Shape;765;p29">
            <a:extLst>
              <a:ext uri="{FF2B5EF4-FFF2-40B4-BE49-F238E27FC236}">
                <a16:creationId xmlns:a16="http://schemas.microsoft.com/office/drawing/2014/main" id="{CCC8B4BA-8FFA-FDAA-A7C3-500009D4E34E}"/>
              </a:ext>
            </a:extLst>
          </p:cNvPr>
          <p:cNvSpPr txBox="1">
            <a:spLocks/>
          </p:cNvSpPr>
          <p:nvPr/>
        </p:nvSpPr>
        <p:spPr>
          <a:xfrm>
            <a:off x="5856086" y="1048208"/>
            <a:ext cx="2958000" cy="56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>
              <a:buNone/>
            </a:pPr>
            <a:r>
              <a:rPr lang="pt-BR" sz="1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Limitações</a:t>
            </a:r>
          </a:p>
        </p:txBody>
      </p:sp>
      <p:grpSp>
        <p:nvGrpSpPr>
          <p:cNvPr id="40" name="Google Shape;8892;p58">
            <a:extLst>
              <a:ext uri="{FF2B5EF4-FFF2-40B4-BE49-F238E27FC236}">
                <a16:creationId xmlns:a16="http://schemas.microsoft.com/office/drawing/2014/main" id="{124AE74B-3C1D-5B57-3BA6-7876A0636E54}"/>
              </a:ext>
            </a:extLst>
          </p:cNvPr>
          <p:cNvGrpSpPr/>
          <p:nvPr/>
        </p:nvGrpSpPr>
        <p:grpSpPr>
          <a:xfrm>
            <a:off x="4067379" y="2397916"/>
            <a:ext cx="1009243" cy="1046093"/>
            <a:chOff x="7721175" y="2093194"/>
            <a:chExt cx="599586" cy="623846"/>
          </a:xfrm>
        </p:grpSpPr>
        <p:grpSp>
          <p:nvGrpSpPr>
            <p:cNvPr id="41" name="Google Shape;8893;p58">
              <a:extLst>
                <a:ext uri="{FF2B5EF4-FFF2-40B4-BE49-F238E27FC236}">
                  <a16:creationId xmlns:a16="http://schemas.microsoft.com/office/drawing/2014/main" id="{0E82113F-7BF9-263A-2871-F55F5A0066C8}"/>
                </a:ext>
              </a:extLst>
            </p:cNvPr>
            <p:cNvGrpSpPr/>
            <p:nvPr/>
          </p:nvGrpSpPr>
          <p:grpSpPr>
            <a:xfrm>
              <a:off x="7721175" y="2093194"/>
              <a:ext cx="291605" cy="623846"/>
              <a:chOff x="9405575" y="2061418"/>
              <a:chExt cx="291605" cy="623846"/>
            </a:xfrm>
          </p:grpSpPr>
          <p:sp>
            <p:nvSpPr>
              <p:cNvPr id="50" name="Google Shape;8894;p58">
                <a:extLst>
                  <a:ext uri="{FF2B5EF4-FFF2-40B4-BE49-F238E27FC236}">
                    <a16:creationId xmlns:a16="http://schemas.microsoft.com/office/drawing/2014/main" id="{212BE8B4-9323-0D58-1094-8C7843A8A54D}"/>
                  </a:ext>
                </a:extLst>
              </p:cNvPr>
              <p:cNvSpPr/>
              <p:nvPr/>
            </p:nvSpPr>
            <p:spPr>
              <a:xfrm>
                <a:off x="9405575" y="2061418"/>
                <a:ext cx="291379" cy="623846"/>
              </a:xfrm>
              <a:custGeom>
                <a:avLst/>
                <a:gdLst/>
                <a:ahLst/>
                <a:cxnLst/>
                <a:rect l="l" t="t" r="r" b="b"/>
                <a:pathLst>
                  <a:path w="21253" h="45503" extrusionOk="0">
                    <a:moveTo>
                      <a:pt x="17225" y="1059"/>
                    </a:moveTo>
                    <a:cubicBezTo>
                      <a:pt x="20066" y="1059"/>
                      <a:pt x="20192" y="4831"/>
                      <a:pt x="20195" y="4980"/>
                    </a:cubicBezTo>
                    <a:lnTo>
                      <a:pt x="20195" y="42658"/>
                    </a:lnTo>
                    <a:cubicBezTo>
                      <a:pt x="19755" y="43076"/>
                      <a:pt x="18011" y="44441"/>
                      <a:pt x="14035" y="44441"/>
                    </a:cubicBezTo>
                    <a:cubicBezTo>
                      <a:pt x="9143" y="44441"/>
                      <a:pt x="6607" y="41481"/>
                      <a:pt x="6264" y="38549"/>
                    </a:cubicBezTo>
                    <a:cubicBezTo>
                      <a:pt x="6238" y="38342"/>
                      <a:pt x="6089" y="38168"/>
                      <a:pt x="5889" y="38106"/>
                    </a:cubicBezTo>
                    <a:cubicBezTo>
                      <a:pt x="5769" y="38071"/>
                      <a:pt x="2987" y="37194"/>
                      <a:pt x="3045" y="34127"/>
                    </a:cubicBezTo>
                    <a:cubicBezTo>
                      <a:pt x="3067" y="32998"/>
                      <a:pt x="3194" y="32212"/>
                      <a:pt x="3449" y="31665"/>
                    </a:cubicBezTo>
                    <a:cubicBezTo>
                      <a:pt x="3449" y="31665"/>
                      <a:pt x="3682" y="31319"/>
                      <a:pt x="3685" y="31277"/>
                    </a:cubicBezTo>
                    <a:cubicBezTo>
                      <a:pt x="3740" y="31205"/>
                      <a:pt x="3799" y="31141"/>
                      <a:pt x="3863" y="31082"/>
                    </a:cubicBezTo>
                    <a:cubicBezTo>
                      <a:pt x="4404" y="30567"/>
                      <a:pt x="5365" y="30335"/>
                      <a:pt x="7020" y="30335"/>
                    </a:cubicBezTo>
                    <a:cubicBezTo>
                      <a:pt x="7247" y="30335"/>
                      <a:pt x="7486" y="30339"/>
                      <a:pt x="7739" y="30348"/>
                    </a:cubicBezTo>
                    <a:cubicBezTo>
                      <a:pt x="8968" y="30388"/>
                      <a:pt x="10320" y="30407"/>
                      <a:pt x="11768" y="30407"/>
                    </a:cubicBezTo>
                    <a:cubicBezTo>
                      <a:pt x="11975" y="30407"/>
                      <a:pt x="12184" y="30407"/>
                      <a:pt x="12395" y="30406"/>
                    </a:cubicBezTo>
                    <a:lnTo>
                      <a:pt x="12408" y="30406"/>
                    </a:lnTo>
                    <a:cubicBezTo>
                      <a:pt x="12410" y="30406"/>
                      <a:pt x="12412" y="30406"/>
                      <a:pt x="12414" y="30406"/>
                    </a:cubicBezTo>
                    <a:cubicBezTo>
                      <a:pt x="14155" y="30406"/>
                      <a:pt x="15565" y="31819"/>
                      <a:pt x="15565" y="33561"/>
                    </a:cubicBezTo>
                    <a:lnTo>
                      <a:pt x="15565" y="35495"/>
                    </a:lnTo>
                    <a:cubicBezTo>
                      <a:pt x="15559" y="35793"/>
                      <a:pt x="15798" y="36039"/>
                      <a:pt x="16096" y="36039"/>
                    </a:cubicBezTo>
                    <a:cubicBezTo>
                      <a:pt x="16394" y="36039"/>
                      <a:pt x="16636" y="35793"/>
                      <a:pt x="16627" y="35495"/>
                    </a:cubicBezTo>
                    <a:lnTo>
                      <a:pt x="16627" y="33561"/>
                    </a:lnTo>
                    <a:cubicBezTo>
                      <a:pt x="16627" y="31233"/>
                      <a:pt x="14740" y="29345"/>
                      <a:pt x="12414" y="29345"/>
                    </a:cubicBezTo>
                    <a:cubicBezTo>
                      <a:pt x="12412" y="29345"/>
                      <a:pt x="12410" y="29345"/>
                      <a:pt x="12408" y="29345"/>
                    </a:cubicBezTo>
                    <a:lnTo>
                      <a:pt x="12392" y="29345"/>
                    </a:lnTo>
                    <a:cubicBezTo>
                      <a:pt x="12202" y="29346"/>
                      <a:pt x="12014" y="29346"/>
                      <a:pt x="11828" y="29346"/>
                    </a:cubicBezTo>
                    <a:cubicBezTo>
                      <a:pt x="10369" y="29346"/>
                      <a:pt x="9008" y="29324"/>
                      <a:pt x="7772" y="29287"/>
                    </a:cubicBezTo>
                    <a:cubicBezTo>
                      <a:pt x="7513" y="29278"/>
                      <a:pt x="7267" y="29274"/>
                      <a:pt x="7033" y="29274"/>
                    </a:cubicBezTo>
                    <a:cubicBezTo>
                      <a:pt x="5050" y="29274"/>
                      <a:pt x="3893" y="29586"/>
                      <a:pt x="3135" y="30309"/>
                    </a:cubicBezTo>
                    <a:cubicBezTo>
                      <a:pt x="3058" y="30380"/>
                      <a:pt x="2987" y="30458"/>
                      <a:pt x="2922" y="30536"/>
                    </a:cubicBezTo>
                    <a:cubicBezTo>
                      <a:pt x="1045" y="29510"/>
                      <a:pt x="1084" y="26828"/>
                      <a:pt x="1084" y="26799"/>
                    </a:cubicBezTo>
                    <a:lnTo>
                      <a:pt x="1084" y="26786"/>
                    </a:lnTo>
                    <a:lnTo>
                      <a:pt x="1084" y="21470"/>
                    </a:lnTo>
                    <a:cubicBezTo>
                      <a:pt x="1084" y="19979"/>
                      <a:pt x="1450" y="18885"/>
                      <a:pt x="2168" y="18212"/>
                    </a:cubicBezTo>
                    <a:cubicBezTo>
                      <a:pt x="2905" y="17528"/>
                      <a:pt x="3830" y="17480"/>
                      <a:pt x="4078" y="17480"/>
                    </a:cubicBezTo>
                    <a:cubicBezTo>
                      <a:pt x="4118" y="17480"/>
                      <a:pt x="4141" y="17481"/>
                      <a:pt x="4142" y="17481"/>
                    </a:cubicBezTo>
                    <a:cubicBezTo>
                      <a:pt x="4157" y="17483"/>
                      <a:pt x="4172" y="17483"/>
                      <a:pt x="4186" y="17483"/>
                    </a:cubicBezTo>
                    <a:cubicBezTo>
                      <a:pt x="4474" y="17483"/>
                      <a:pt x="4714" y="17249"/>
                      <a:pt x="4714" y="16954"/>
                    </a:cubicBezTo>
                    <a:lnTo>
                      <a:pt x="4714" y="12072"/>
                    </a:lnTo>
                    <a:cubicBezTo>
                      <a:pt x="4714" y="11082"/>
                      <a:pt x="4986" y="10325"/>
                      <a:pt x="5523" y="9820"/>
                    </a:cubicBezTo>
                    <a:cubicBezTo>
                      <a:pt x="6270" y="9115"/>
                      <a:pt x="7348" y="9065"/>
                      <a:pt x="7647" y="9065"/>
                    </a:cubicBezTo>
                    <a:cubicBezTo>
                      <a:pt x="7696" y="9065"/>
                      <a:pt x="7724" y="9066"/>
                      <a:pt x="7726" y="9066"/>
                    </a:cubicBezTo>
                    <a:cubicBezTo>
                      <a:pt x="7739" y="9067"/>
                      <a:pt x="7751" y="9067"/>
                      <a:pt x="7763" y="9067"/>
                    </a:cubicBezTo>
                    <a:cubicBezTo>
                      <a:pt x="8253" y="9067"/>
                      <a:pt x="8483" y="8447"/>
                      <a:pt x="8095" y="8128"/>
                    </a:cubicBezTo>
                    <a:cubicBezTo>
                      <a:pt x="7911" y="7976"/>
                      <a:pt x="7749" y="7749"/>
                      <a:pt x="7937" y="7216"/>
                    </a:cubicBezTo>
                    <a:cubicBezTo>
                      <a:pt x="8312" y="6167"/>
                      <a:pt x="9878" y="4614"/>
                      <a:pt x="11929" y="3269"/>
                    </a:cubicBezTo>
                    <a:cubicBezTo>
                      <a:pt x="13967" y="1926"/>
                      <a:pt x="16044" y="1059"/>
                      <a:pt x="17225" y="1059"/>
                    </a:cubicBezTo>
                    <a:close/>
                    <a:moveTo>
                      <a:pt x="17222" y="1"/>
                    </a:moveTo>
                    <a:cubicBezTo>
                      <a:pt x="14145" y="1"/>
                      <a:pt x="7898" y="4168"/>
                      <a:pt x="6937" y="6863"/>
                    </a:cubicBezTo>
                    <a:cubicBezTo>
                      <a:pt x="6782" y="7300"/>
                      <a:pt x="6752" y="7711"/>
                      <a:pt x="6846" y="8076"/>
                    </a:cubicBezTo>
                    <a:cubicBezTo>
                      <a:pt x="6241" y="8180"/>
                      <a:pt x="5452" y="8435"/>
                      <a:pt x="4805" y="9040"/>
                    </a:cubicBezTo>
                    <a:cubicBezTo>
                      <a:pt x="4041" y="9755"/>
                      <a:pt x="3656" y="10778"/>
                      <a:pt x="3656" y="12075"/>
                    </a:cubicBezTo>
                    <a:lnTo>
                      <a:pt x="3656" y="16446"/>
                    </a:lnTo>
                    <a:cubicBezTo>
                      <a:pt x="3093" y="16511"/>
                      <a:pt x="2220" y="16727"/>
                      <a:pt x="1460" y="17426"/>
                    </a:cubicBezTo>
                    <a:cubicBezTo>
                      <a:pt x="508" y="18303"/>
                      <a:pt x="23" y="19665"/>
                      <a:pt x="23" y="21470"/>
                    </a:cubicBezTo>
                    <a:lnTo>
                      <a:pt x="23" y="26779"/>
                    </a:lnTo>
                    <a:cubicBezTo>
                      <a:pt x="20" y="27006"/>
                      <a:pt x="0" y="30147"/>
                      <a:pt x="2388" y="31454"/>
                    </a:cubicBezTo>
                    <a:cubicBezTo>
                      <a:pt x="2136" y="32118"/>
                      <a:pt x="2006" y="32975"/>
                      <a:pt x="1984" y="34107"/>
                    </a:cubicBezTo>
                    <a:cubicBezTo>
                      <a:pt x="1922" y="37288"/>
                      <a:pt x="4352" y="38614"/>
                      <a:pt x="5254" y="38996"/>
                    </a:cubicBezTo>
                    <a:cubicBezTo>
                      <a:pt x="5533" y="40711"/>
                      <a:pt x="6429" y="42273"/>
                      <a:pt x="7797" y="43428"/>
                    </a:cubicBezTo>
                    <a:cubicBezTo>
                      <a:pt x="9405" y="44784"/>
                      <a:pt x="11560" y="45502"/>
                      <a:pt x="14035" y="45502"/>
                    </a:cubicBezTo>
                    <a:cubicBezTo>
                      <a:pt x="19270" y="45502"/>
                      <a:pt x="21065" y="43292"/>
                      <a:pt x="21140" y="43199"/>
                    </a:cubicBezTo>
                    <a:cubicBezTo>
                      <a:pt x="21214" y="43105"/>
                      <a:pt x="21253" y="42992"/>
                      <a:pt x="21253" y="42872"/>
                    </a:cubicBezTo>
                    <a:lnTo>
                      <a:pt x="21253" y="4967"/>
                    </a:lnTo>
                    <a:cubicBezTo>
                      <a:pt x="21217" y="3249"/>
                      <a:pt x="20328" y="1"/>
                      <a:pt x="17222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8895;p58">
                <a:extLst>
                  <a:ext uri="{FF2B5EF4-FFF2-40B4-BE49-F238E27FC236}">
                    <a16:creationId xmlns:a16="http://schemas.microsoft.com/office/drawing/2014/main" id="{380A5D77-F9D9-9F8C-1E6B-EA7EE97806FF}"/>
                  </a:ext>
                </a:extLst>
              </p:cNvPr>
              <p:cNvSpPr/>
              <p:nvPr/>
            </p:nvSpPr>
            <p:spPr>
              <a:xfrm>
                <a:off x="9535402" y="2540968"/>
                <a:ext cx="161778" cy="68948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5029" extrusionOk="0">
                    <a:moveTo>
                      <a:pt x="11270" y="1"/>
                    </a:moveTo>
                    <a:cubicBezTo>
                      <a:pt x="11264" y="1"/>
                      <a:pt x="11258" y="1"/>
                      <a:pt x="11252" y="1"/>
                    </a:cubicBezTo>
                    <a:lnTo>
                      <a:pt x="4326" y="1"/>
                    </a:lnTo>
                    <a:cubicBezTo>
                      <a:pt x="1938" y="4"/>
                      <a:pt x="0" y="1939"/>
                      <a:pt x="0" y="4327"/>
                    </a:cubicBezTo>
                    <a:lnTo>
                      <a:pt x="0" y="4498"/>
                    </a:lnTo>
                    <a:cubicBezTo>
                      <a:pt x="0" y="4789"/>
                      <a:pt x="236" y="5029"/>
                      <a:pt x="527" y="5029"/>
                    </a:cubicBezTo>
                    <a:cubicBezTo>
                      <a:pt x="822" y="5029"/>
                      <a:pt x="1061" y="4789"/>
                      <a:pt x="1058" y="4498"/>
                    </a:cubicBezTo>
                    <a:lnTo>
                      <a:pt x="1058" y="4327"/>
                    </a:lnTo>
                    <a:cubicBezTo>
                      <a:pt x="1061" y="2524"/>
                      <a:pt x="2524" y="1062"/>
                      <a:pt x="4326" y="1062"/>
                    </a:cubicBezTo>
                    <a:lnTo>
                      <a:pt x="11252" y="1062"/>
                    </a:lnTo>
                    <a:cubicBezTo>
                      <a:pt x="11256" y="1062"/>
                      <a:pt x="11260" y="1062"/>
                      <a:pt x="11264" y="1062"/>
                    </a:cubicBezTo>
                    <a:cubicBezTo>
                      <a:pt x="11557" y="1062"/>
                      <a:pt x="11799" y="825"/>
                      <a:pt x="11799" y="532"/>
                    </a:cubicBezTo>
                    <a:cubicBezTo>
                      <a:pt x="11799" y="237"/>
                      <a:pt x="11560" y="1"/>
                      <a:pt x="1127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8896;p58">
                <a:extLst>
                  <a:ext uri="{FF2B5EF4-FFF2-40B4-BE49-F238E27FC236}">
                    <a16:creationId xmlns:a16="http://schemas.microsoft.com/office/drawing/2014/main" id="{833DCB4F-3EAB-7944-8100-18968C8A2406}"/>
                  </a:ext>
                </a:extLst>
              </p:cNvPr>
              <p:cNvSpPr/>
              <p:nvPr/>
            </p:nvSpPr>
            <p:spPr>
              <a:xfrm>
                <a:off x="9455875" y="2286606"/>
                <a:ext cx="137251" cy="112148"/>
              </a:xfrm>
              <a:custGeom>
                <a:avLst/>
                <a:gdLst/>
                <a:ahLst/>
                <a:cxnLst/>
                <a:rect l="l" t="t" r="r" b="b"/>
                <a:pathLst>
                  <a:path w="10011" h="8180" extrusionOk="0">
                    <a:moveTo>
                      <a:pt x="515" y="1"/>
                    </a:moveTo>
                    <a:cubicBezTo>
                      <a:pt x="230" y="7"/>
                      <a:pt x="0" y="243"/>
                      <a:pt x="0" y="531"/>
                    </a:cubicBezTo>
                    <a:cubicBezTo>
                      <a:pt x="0" y="819"/>
                      <a:pt x="230" y="1052"/>
                      <a:pt x="515" y="1062"/>
                    </a:cubicBezTo>
                    <a:lnTo>
                      <a:pt x="4979" y="1062"/>
                    </a:lnTo>
                    <a:cubicBezTo>
                      <a:pt x="7173" y="1062"/>
                      <a:pt x="8946" y="2838"/>
                      <a:pt x="8949" y="5031"/>
                    </a:cubicBezTo>
                    <a:lnTo>
                      <a:pt x="8949" y="7649"/>
                    </a:lnTo>
                    <a:cubicBezTo>
                      <a:pt x="8949" y="7943"/>
                      <a:pt x="9188" y="8179"/>
                      <a:pt x="9480" y="8179"/>
                    </a:cubicBezTo>
                    <a:cubicBezTo>
                      <a:pt x="9771" y="8179"/>
                      <a:pt x="10010" y="7943"/>
                      <a:pt x="10010" y="7652"/>
                    </a:cubicBezTo>
                    <a:lnTo>
                      <a:pt x="10010" y="5031"/>
                    </a:lnTo>
                    <a:cubicBezTo>
                      <a:pt x="10007" y="2252"/>
                      <a:pt x="7758" y="4"/>
                      <a:pt x="497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8897;p58">
                <a:extLst>
                  <a:ext uri="{FF2B5EF4-FFF2-40B4-BE49-F238E27FC236}">
                    <a16:creationId xmlns:a16="http://schemas.microsoft.com/office/drawing/2014/main" id="{2D8C5CF0-8339-0335-93C2-5A114BEC7279}"/>
                  </a:ext>
                </a:extLst>
              </p:cNvPr>
              <p:cNvSpPr/>
              <p:nvPr/>
            </p:nvSpPr>
            <p:spPr>
              <a:xfrm>
                <a:off x="9578545" y="2355317"/>
                <a:ext cx="116370" cy="14560"/>
              </a:xfrm>
              <a:custGeom>
                <a:avLst/>
                <a:gdLst/>
                <a:ahLst/>
                <a:cxnLst/>
                <a:rect l="l" t="t" r="r" b="b"/>
                <a:pathLst>
                  <a:path w="8488" h="1062" extrusionOk="0">
                    <a:moveTo>
                      <a:pt x="519" y="0"/>
                    </a:moveTo>
                    <a:cubicBezTo>
                      <a:pt x="231" y="10"/>
                      <a:pt x="1" y="243"/>
                      <a:pt x="1" y="531"/>
                    </a:cubicBezTo>
                    <a:cubicBezTo>
                      <a:pt x="1" y="819"/>
                      <a:pt x="231" y="1051"/>
                      <a:pt x="519" y="1061"/>
                    </a:cubicBezTo>
                    <a:lnTo>
                      <a:pt x="7973" y="1061"/>
                    </a:lnTo>
                    <a:cubicBezTo>
                      <a:pt x="8261" y="1051"/>
                      <a:pt x="8487" y="819"/>
                      <a:pt x="8487" y="531"/>
                    </a:cubicBezTo>
                    <a:cubicBezTo>
                      <a:pt x="8487" y="243"/>
                      <a:pt x="8261" y="10"/>
                      <a:pt x="7973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8898;p58">
                <a:extLst>
                  <a:ext uri="{FF2B5EF4-FFF2-40B4-BE49-F238E27FC236}">
                    <a16:creationId xmlns:a16="http://schemas.microsoft.com/office/drawing/2014/main" id="{203A2435-E806-8086-DE71-42A5A962719A}"/>
                  </a:ext>
                </a:extLst>
              </p:cNvPr>
              <p:cNvSpPr/>
              <p:nvPr/>
            </p:nvSpPr>
            <p:spPr>
              <a:xfrm>
                <a:off x="9533620" y="2389824"/>
                <a:ext cx="104429" cy="58240"/>
              </a:xfrm>
              <a:custGeom>
                <a:avLst/>
                <a:gdLst/>
                <a:ahLst/>
                <a:cxnLst/>
                <a:rect l="l" t="t" r="r" b="b"/>
                <a:pathLst>
                  <a:path w="7617" h="4248" extrusionOk="0">
                    <a:moveTo>
                      <a:pt x="2890" y="0"/>
                    </a:moveTo>
                    <a:cubicBezTo>
                      <a:pt x="1295" y="0"/>
                      <a:pt x="4" y="1294"/>
                      <a:pt x="1" y="2889"/>
                    </a:cubicBezTo>
                    <a:lnTo>
                      <a:pt x="1" y="3439"/>
                    </a:lnTo>
                    <a:cubicBezTo>
                      <a:pt x="10" y="3724"/>
                      <a:pt x="243" y="3954"/>
                      <a:pt x="531" y="3954"/>
                    </a:cubicBezTo>
                    <a:cubicBezTo>
                      <a:pt x="819" y="3954"/>
                      <a:pt x="1055" y="3724"/>
                      <a:pt x="1062" y="3439"/>
                    </a:cubicBezTo>
                    <a:lnTo>
                      <a:pt x="1062" y="2889"/>
                    </a:lnTo>
                    <a:cubicBezTo>
                      <a:pt x="1062" y="1880"/>
                      <a:pt x="1880" y="1061"/>
                      <a:pt x="2890" y="1058"/>
                    </a:cubicBezTo>
                    <a:lnTo>
                      <a:pt x="4669" y="1058"/>
                    </a:lnTo>
                    <a:cubicBezTo>
                      <a:pt x="5711" y="1061"/>
                      <a:pt x="6555" y="1902"/>
                      <a:pt x="6555" y="2944"/>
                    </a:cubicBezTo>
                    <a:lnTo>
                      <a:pt x="6555" y="3717"/>
                    </a:lnTo>
                    <a:cubicBezTo>
                      <a:pt x="6555" y="4012"/>
                      <a:pt x="6795" y="4248"/>
                      <a:pt x="7086" y="4248"/>
                    </a:cubicBezTo>
                    <a:cubicBezTo>
                      <a:pt x="7380" y="4248"/>
                      <a:pt x="7617" y="4012"/>
                      <a:pt x="7617" y="3717"/>
                    </a:cubicBezTo>
                    <a:lnTo>
                      <a:pt x="7617" y="2944"/>
                    </a:lnTo>
                    <a:cubicBezTo>
                      <a:pt x="7613" y="1320"/>
                      <a:pt x="6297" y="0"/>
                      <a:pt x="466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8899;p58">
                <a:extLst>
                  <a:ext uri="{FF2B5EF4-FFF2-40B4-BE49-F238E27FC236}">
                    <a16:creationId xmlns:a16="http://schemas.microsoft.com/office/drawing/2014/main" id="{6503CD95-78D9-6A0F-DF33-1B3E22625B8C}"/>
                  </a:ext>
                </a:extLst>
              </p:cNvPr>
              <p:cNvSpPr/>
              <p:nvPr/>
            </p:nvSpPr>
            <p:spPr>
              <a:xfrm>
                <a:off x="9504885" y="2171202"/>
                <a:ext cx="97684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7125" h="1059" extrusionOk="0">
                    <a:moveTo>
                      <a:pt x="6598" y="0"/>
                    </a:moveTo>
                    <a:cubicBezTo>
                      <a:pt x="6592" y="0"/>
                      <a:pt x="6587" y="0"/>
                      <a:pt x="6581" y="0"/>
                    </a:cubicBezTo>
                    <a:lnTo>
                      <a:pt x="515" y="0"/>
                    </a:lnTo>
                    <a:cubicBezTo>
                      <a:pt x="227" y="7"/>
                      <a:pt x="0" y="243"/>
                      <a:pt x="0" y="528"/>
                    </a:cubicBezTo>
                    <a:cubicBezTo>
                      <a:pt x="0" y="816"/>
                      <a:pt x="227" y="1052"/>
                      <a:pt x="515" y="1058"/>
                    </a:cubicBezTo>
                    <a:lnTo>
                      <a:pt x="6581" y="1058"/>
                    </a:lnTo>
                    <a:cubicBezTo>
                      <a:pt x="6587" y="1058"/>
                      <a:pt x="6592" y="1059"/>
                      <a:pt x="6598" y="1059"/>
                    </a:cubicBezTo>
                    <a:cubicBezTo>
                      <a:pt x="6888" y="1059"/>
                      <a:pt x="7124" y="823"/>
                      <a:pt x="7124" y="528"/>
                    </a:cubicBezTo>
                    <a:cubicBezTo>
                      <a:pt x="7124" y="236"/>
                      <a:pt x="6888" y="0"/>
                      <a:pt x="6598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8900;p58">
                <a:extLst>
                  <a:ext uri="{FF2B5EF4-FFF2-40B4-BE49-F238E27FC236}">
                    <a16:creationId xmlns:a16="http://schemas.microsoft.com/office/drawing/2014/main" id="{DC4ABF6D-210C-6337-7E08-5A961C21009B}"/>
                  </a:ext>
                </a:extLst>
              </p:cNvPr>
              <p:cNvSpPr/>
              <p:nvPr/>
            </p:nvSpPr>
            <p:spPr>
              <a:xfrm>
                <a:off x="9587826" y="2129731"/>
                <a:ext cx="106993" cy="97464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7109" extrusionOk="0">
                    <a:moveTo>
                      <a:pt x="4230" y="0"/>
                    </a:moveTo>
                    <a:cubicBezTo>
                      <a:pt x="4224" y="0"/>
                      <a:pt x="4218" y="0"/>
                      <a:pt x="4213" y="0"/>
                    </a:cubicBezTo>
                    <a:lnTo>
                      <a:pt x="3339" y="0"/>
                    </a:lnTo>
                    <a:cubicBezTo>
                      <a:pt x="1495" y="0"/>
                      <a:pt x="3" y="1495"/>
                      <a:pt x="0" y="3336"/>
                    </a:cubicBezTo>
                    <a:lnTo>
                      <a:pt x="0" y="3850"/>
                    </a:lnTo>
                    <a:cubicBezTo>
                      <a:pt x="3" y="5649"/>
                      <a:pt x="1459" y="7108"/>
                      <a:pt x="3258" y="7108"/>
                    </a:cubicBezTo>
                    <a:lnTo>
                      <a:pt x="7286" y="7108"/>
                    </a:lnTo>
                    <a:cubicBezTo>
                      <a:pt x="7574" y="7102"/>
                      <a:pt x="7804" y="6866"/>
                      <a:pt x="7804" y="6578"/>
                    </a:cubicBezTo>
                    <a:cubicBezTo>
                      <a:pt x="7804" y="6290"/>
                      <a:pt x="7574" y="6057"/>
                      <a:pt x="7286" y="6047"/>
                    </a:cubicBezTo>
                    <a:lnTo>
                      <a:pt x="3258" y="6047"/>
                    </a:lnTo>
                    <a:cubicBezTo>
                      <a:pt x="2045" y="6047"/>
                      <a:pt x="1061" y="5064"/>
                      <a:pt x="1061" y="3850"/>
                    </a:cubicBezTo>
                    <a:lnTo>
                      <a:pt x="1061" y="3336"/>
                    </a:lnTo>
                    <a:cubicBezTo>
                      <a:pt x="1061" y="2081"/>
                      <a:pt x="2080" y="1061"/>
                      <a:pt x="3339" y="1058"/>
                    </a:cubicBezTo>
                    <a:lnTo>
                      <a:pt x="4213" y="1058"/>
                    </a:lnTo>
                    <a:cubicBezTo>
                      <a:pt x="4218" y="1058"/>
                      <a:pt x="4224" y="1059"/>
                      <a:pt x="4230" y="1059"/>
                    </a:cubicBezTo>
                    <a:cubicBezTo>
                      <a:pt x="4520" y="1059"/>
                      <a:pt x="4756" y="823"/>
                      <a:pt x="4756" y="528"/>
                    </a:cubicBezTo>
                    <a:cubicBezTo>
                      <a:pt x="4756" y="236"/>
                      <a:pt x="4520" y="0"/>
                      <a:pt x="423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8901;p58">
              <a:extLst>
                <a:ext uri="{FF2B5EF4-FFF2-40B4-BE49-F238E27FC236}">
                  <a16:creationId xmlns:a16="http://schemas.microsoft.com/office/drawing/2014/main" id="{CA15D2B8-9974-0078-1631-5E25507454F1}"/>
                </a:ext>
              </a:extLst>
            </p:cNvPr>
            <p:cNvGrpSpPr/>
            <p:nvPr/>
          </p:nvGrpSpPr>
          <p:grpSpPr>
            <a:xfrm flipH="1">
              <a:off x="8029157" y="2093194"/>
              <a:ext cx="291604" cy="623846"/>
              <a:chOff x="9405576" y="2061418"/>
              <a:chExt cx="291604" cy="623846"/>
            </a:xfrm>
          </p:grpSpPr>
          <p:sp>
            <p:nvSpPr>
              <p:cNvPr id="43" name="Google Shape;8902;p58">
                <a:extLst>
                  <a:ext uri="{FF2B5EF4-FFF2-40B4-BE49-F238E27FC236}">
                    <a16:creationId xmlns:a16="http://schemas.microsoft.com/office/drawing/2014/main" id="{FC034579-68C4-42A3-A92D-392153930FC9}"/>
                  </a:ext>
                </a:extLst>
              </p:cNvPr>
              <p:cNvSpPr/>
              <p:nvPr/>
            </p:nvSpPr>
            <p:spPr>
              <a:xfrm>
                <a:off x="9405576" y="2061418"/>
                <a:ext cx="291379" cy="623846"/>
              </a:xfrm>
              <a:custGeom>
                <a:avLst/>
                <a:gdLst/>
                <a:ahLst/>
                <a:cxnLst/>
                <a:rect l="l" t="t" r="r" b="b"/>
                <a:pathLst>
                  <a:path w="21253" h="45503" extrusionOk="0">
                    <a:moveTo>
                      <a:pt x="17225" y="1059"/>
                    </a:moveTo>
                    <a:cubicBezTo>
                      <a:pt x="20066" y="1059"/>
                      <a:pt x="20192" y="4831"/>
                      <a:pt x="20195" y="4980"/>
                    </a:cubicBezTo>
                    <a:lnTo>
                      <a:pt x="20195" y="42658"/>
                    </a:lnTo>
                    <a:cubicBezTo>
                      <a:pt x="19755" y="43076"/>
                      <a:pt x="18011" y="44441"/>
                      <a:pt x="14035" y="44441"/>
                    </a:cubicBezTo>
                    <a:cubicBezTo>
                      <a:pt x="9143" y="44441"/>
                      <a:pt x="6607" y="41481"/>
                      <a:pt x="6264" y="38549"/>
                    </a:cubicBezTo>
                    <a:cubicBezTo>
                      <a:pt x="6238" y="38342"/>
                      <a:pt x="6089" y="38168"/>
                      <a:pt x="5889" y="38106"/>
                    </a:cubicBezTo>
                    <a:cubicBezTo>
                      <a:pt x="5769" y="38071"/>
                      <a:pt x="2987" y="37194"/>
                      <a:pt x="3045" y="34127"/>
                    </a:cubicBezTo>
                    <a:cubicBezTo>
                      <a:pt x="3067" y="32998"/>
                      <a:pt x="3194" y="32212"/>
                      <a:pt x="3449" y="31665"/>
                    </a:cubicBezTo>
                    <a:cubicBezTo>
                      <a:pt x="3449" y="31665"/>
                      <a:pt x="3682" y="31319"/>
                      <a:pt x="3685" y="31277"/>
                    </a:cubicBezTo>
                    <a:cubicBezTo>
                      <a:pt x="3740" y="31205"/>
                      <a:pt x="3799" y="31141"/>
                      <a:pt x="3863" y="31082"/>
                    </a:cubicBezTo>
                    <a:cubicBezTo>
                      <a:pt x="4404" y="30567"/>
                      <a:pt x="5365" y="30335"/>
                      <a:pt x="7020" y="30335"/>
                    </a:cubicBezTo>
                    <a:cubicBezTo>
                      <a:pt x="7247" y="30335"/>
                      <a:pt x="7486" y="30339"/>
                      <a:pt x="7739" y="30348"/>
                    </a:cubicBezTo>
                    <a:cubicBezTo>
                      <a:pt x="8968" y="30388"/>
                      <a:pt x="10320" y="30407"/>
                      <a:pt x="11768" y="30407"/>
                    </a:cubicBezTo>
                    <a:cubicBezTo>
                      <a:pt x="11975" y="30407"/>
                      <a:pt x="12184" y="30407"/>
                      <a:pt x="12395" y="30406"/>
                    </a:cubicBezTo>
                    <a:lnTo>
                      <a:pt x="12408" y="30406"/>
                    </a:lnTo>
                    <a:cubicBezTo>
                      <a:pt x="12410" y="30406"/>
                      <a:pt x="12412" y="30406"/>
                      <a:pt x="12414" y="30406"/>
                    </a:cubicBezTo>
                    <a:cubicBezTo>
                      <a:pt x="14155" y="30406"/>
                      <a:pt x="15565" y="31819"/>
                      <a:pt x="15565" y="33561"/>
                    </a:cubicBezTo>
                    <a:lnTo>
                      <a:pt x="15565" y="35495"/>
                    </a:lnTo>
                    <a:cubicBezTo>
                      <a:pt x="15559" y="35793"/>
                      <a:pt x="15798" y="36039"/>
                      <a:pt x="16096" y="36039"/>
                    </a:cubicBezTo>
                    <a:cubicBezTo>
                      <a:pt x="16394" y="36039"/>
                      <a:pt x="16636" y="35793"/>
                      <a:pt x="16627" y="35495"/>
                    </a:cubicBezTo>
                    <a:lnTo>
                      <a:pt x="16627" y="33561"/>
                    </a:lnTo>
                    <a:cubicBezTo>
                      <a:pt x="16627" y="31233"/>
                      <a:pt x="14740" y="29345"/>
                      <a:pt x="12414" y="29345"/>
                    </a:cubicBezTo>
                    <a:cubicBezTo>
                      <a:pt x="12412" y="29345"/>
                      <a:pt x="12410" y="29345"/>
                      <a:pt x="12408" y="29345"/>
                    </a:cubicBezTo>
                    <a:lnTo>
                      <a:pt x="12392" y="29345"/>
                    </a:lnTo>
                    <a:cubicBezTo>
                      <a:pt x="12202" y="29346"/>
                      <a:pt x="12014" y="29346"/>
                      <a:pt x="11828" y="29346"/>
                    </a:cubicBezTo>
                    <a:cubicBezTo>
                      <a:pt x="10369" y="29346"/>
                      <a:pt x="9008" y="29324"/>
                      <a:pt x="7772" y="29287"/>
                    </a:cubicBezTo>
                    <a:cubicBezTo>
                      <a:pt x="7513" y="29278"/>
                      <a:pt x="7267" y="29274"/>
                      <a:pt x="7033" y="29274"/>
                    </a:cubicBezTo>
                    <a:cubicBezTo>
                      <a:pt x="5050" y="29274"/>
                      <a:pt x="3893" y="29586"/>
                      <a:pt x="3135" y="30309"/>
                    </a:cubicBezTo>
                    <a:cubicBezTo>
                      <a:pt x="3058" y="30380"/>
                      <a:pt x="2987" y="30458"/>
                      <a:pt x="2922" y="30536"/>
                    </a:cubicBezTo>
                    <a:cubicBezTo>
                      <a:pt x="1045" y="29510"/>
                      <a:pt x="1084" y="26828"/>
                      <a:pt x="1084" y="26799"/>
                    </a:cubicBezTo>
                    <a:lnTo>
                      <a:pt x="1084" y="26786"/>
                    </a:lnTo>
                    <a:lnTo>
                      <a:pt x="1084" y="21470"/>
                    </a:lnTo>
                    <a:cubicBezTo>
                      <a:pt x="1084" y="19979"/>
                      <a:pt x="1450" y="18885"/>
                      <a:pt x="2168" y="18212"/>
                    </a:cubicBezTo>
                    <a:cubicBezTo>
                      <a:pt x="2905" y="17528"/>
                      <a:pt x="3830" y="17480"/>
                      <a:pt x="4078" y="17480"/>
                    </a:cubicBezTo>
                    <a:cubicBezTo>
                      <a:pt x="4118" y="17480"/>
                      <a:pt x="4141" y="17481"/>
                      <a:pt x="4142" y="17481"/>
                    </a:cubicBezTo>
                    <a:cubicBezTo>
                      <a:pt x="4157" y="17483"/>
                      <a:pt x="4172" y="17483"/>
                      <a:pt x="4186" y="17483"/>
                    </a:cubicBezTo>
                    <a:cubicBezTo>
                      <a:pt x="4474" y="17483"/>
                      <a:pt x="4714" y="17249"/>
                      <a:pt x="4714" y="16954"/>
                    </a:cubicBezTo>
                    <a:lnTo>
                      <a:pt x="4714" y="12072"/>
                    </a:lnTo>
                    <a:cubicBezTo>
                      <a:pt x="4714" y="11082"/>
                      <a:pt x="4986" y="10325"/>
                      <a:pt x="5523" y="9820"/>
                    </a:cubicBezTo>
                    <a:cubicBezTo>
                      <a:pt x="6270" y="9115"/>
                      <a:pt x="7348" y="9065"/>
                      <a:pt x="7647" y="9065"/>
                    </a:cubicBezTo>
                    <a:cubicBezTo>
                      <a:pt x="7696" y="9065"/>
                      <a:pt x="7724" y="9066"/>
                      <a:pt x="7726" y="9066"/>
                    </a:cubicBezTo>
                    <a:cubicBezTo>
                      <a:pt x="7739" y="9067"/>
                      <a:pt x="7751" y="9067"/>
                      <a:pt x="7763" y="9067"/>
                    </a:cubicBezTo>
                    <a:cubicBezTo>
                      <a:pt x="8253" y="9067"/>
                      <a:pt x="8483" y="8447"/>
                      <a:pt x="8095" y="8128"/>
                    </a:cubicBezTo>
                    <a:cubicBezTo>
                      <a:pt x="7911" y="7976"/>
                      <a:pt x="7749" y="7749"/>
                      <a:pt x="7937" y="7216"/>
                    </a:cubicBezTo>
                    <a:cubicBezTo>
                      <a:pt x="8312" y="6167"/>
                      <a:pt x="9878" y="4614"/>
                      <a:pt x="11929" y="3269"/>
                    </a:cubicBezTo>
                    <a:cubicBezTo>
                      <a:pt x="13967" y="1926"/>
                      <a:pt x="16044" y="1059"/>
                      <a:pt x="17225" y="1059"/>
                    </a:cubicBezTo>
                    <a:close/>
                    <a:moveTo>
                      <a:pt x="17222" y="1"/>
                    </a:moveTo>
                    <a:cubicBezTo>
                      <a:pt x="14145" y="1"/>
                      <a:pt x="7898" y="4168"/>
                      <a:pt x="6937" y="6863"/>
                    </a:cubicBezTo>
                    <a:cubicBezTo>
                      <a:pt x="6782" y="7300"/>
                      <a:pt x="6752" y="7711"/>
                      <a:pt x="6846" y="8076"/>
                    </a:cubicBezTo>
                    <a:cubicBezTo>
                      <a:pt x="6241" y="8180"/>
                      <a:pt x="5452" y="8435"/>
                      <a:pt x="4805" y="9040"/>
                    </a:cubicBezTo>
                    <a:cubicBezTo>
                      <a:pt x="4041" y="9755"/>
                      <a:pt x="3656" y="10778"/>
                      <a:pt x="3656" y="12075"/>
                    </a:cubicBezTo>
                    <a:lnTo>
                      <a:pt x="3656" y="16446"/>
                    </a:lnTo>
                    <a:cubicBezTo>
                      <a:pt x="3093" y="16511"/>
                      <a:pt x="2220" y="16727"/>
                      <a:pt x="1460" y="17426"/>
                    </a:cubicBezTo>
                    <a:cubicBezTo>
                      <a:pt x="508" y="18303"/>
                      <a:pt x="23" y="19665"/>
                      <a:pt x="23" y="21470"/>
                    </a:cubicBezTo>
                    <a:lnTo>
                      <a:pt x="23" y="26779"/>
                    </a:lnTo>
                    <a:cubicBezTo>
                      <a:pt x="20" y="27006"/>
                      <a:pt x="0" y="30147"/>
                      <a:pt x="2388" y="31454"/>
                    </a:cubicBezTo>
                    <a:cubicBezTo>
                      <a:pt x="2136" y="32118"/>
                      <a:pt x="2006" y="32975"/>
                      <a:pt x="1984" y="34107"/>
                    </a:cubicBezTo>
                    <a:cubicBezTo>
                      <a:pt x="1922" y="37288"/>
                      <a:pt x="4352" y="38614"/>
                      <a:pt x="5254" y="38996"/>
                    </a:cubicBezTo>
                    <a:cubicBezTo>
                      <a:pt x="5533" y="40711"/>
                      <a:pt x="6429" y="42273"/>
                      <a:pt x="7797" y="43428"/>
                    </a:cubicBezTo>
                    <a:cubicBezTo>
                      <a:pt x="9405" y="44784"/>
                      <a:pt x="11560" y="45502"/>
                      <a:pt x="14035" y="45502"/>
                    </a:cubicBezTo>
                    <a:cubicBezTo>
                      <a:pt x="19270" y="45502"/>
                      <a:pt x="21065" y="43292"/>
                      <a:pt x="21140" y="43199"/>
                    </a:cubicBezTo>
                    <a:cubicBezTo>
                      <a:pt x="21214" y="43105"/>
                      <a:pt x="21253" y="42992"/>
                      <a:pt x="21253" y="42872"/>
                    </a:cubicBezTo>
                    <a:lnTo>
                      <a:pt x="21253" y="4967"/>
                    </a:lnTo>
                    <a:cubicBezTo>
                      <a:pt x="21217" y="3249"/>
                      <a:pt x="20328" y="1"/>
                      <a:pt x="17222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8903;p58">
                <a:extLst>
                  <a:ext uri="{FF2B5EF4-FFF2-40B4-BE49-F238E27FC236}">
                    <a16:creationId xmlns:a16="http://schemas.microsoft.com/office/drawing/2014/main" id="{F5961B1F-423F-23FC-7C91-CFFF50B3A58A}"/>
                  </a:ext>
                </a:extLst>
              </p:cNvPr>
              <p:cNvSpPr/>
              <p:nvPr/>
            </p:nvSpPr>
            <p:spPr>
              <a:xfrm>
                <a:off x="9535402" y="2540968"/>
                <a:ext cx="161778" cy="68948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5029" extrusionOk="0">
                    <a:moveTo>
                      <a:pt x="11270" y="1"/>
                    </a:moveTo>
                    <a:cubicBezTo>
                      <a:pt x="11264" y="1"/>
                      <a:pt x="11258" y="1"/>
                      <a:pt x="11252" y="1"/>
                    </a:cubicBezTo>
                    <a:lnTo>
                      <a:pt x="4326" y="1"/>
                    </a:lnTo>
                    <a:cubicBezTo>
                      <a:pt x="1938" y="4"/>
                      <a:pt x="0" y="1939"/>
                      <a:pt x="0" y="4327"/>
                    </a:cubicBezTo>
                    <a:lnTo>
                      <a:pt x="0" y="4498"/>
                    </a:lnTo>
                    <a:cubicBezTo>
                      <a:pt x="0" y="4789"/>
                      <a:pt x="236" y="5029"/>
                      <a:pt x="527" y="5029"/>
                    </a:cubicBezTo>
                    <a:cubicBezTo>
                      <a:pt x="822" y="5029"/>
                      <a:pt x="1061" y="4789"/>
                      <a:pt x="1058" y="4498"/>
                    </a:cubicBezTo>
                    <a:lnTo>
                      <a:pt x="1058" y="4327"/>
                    </a:lnTo>
                    <a:cubicBezTo>
                      <a:pt x="1061" y="2524"/>
                      <a:pt x="2524" y="1062"/>
                      <a:pt x="4326" y="1062"/>
                    </a:cubicBezTo>
                    <a:lnTo>
                      <a:pt x="11252" y="1062"/>
                    </a:lnTo>
                    <a:cubicBezTo>
                      <a:pt x="11256" y="1062"/>
                      <a:pt x="11260" y="1062"/>
                      <a:pt x="11264" y="1062"/>
                    </a:cubicBezTo>
                    <a:cubicBezTo>
                      <a:pt x="11557" y="1062"/>
                      <a:pt x="11799" y="825"/>
                      <a:pt x="11799" y="532"/>
                    </a:cubicBezTo>
                    <a:cubicBezTo>
                      <a:pt x="11799" y="237"/>
                      <a:pt x="11560" y="1"/>
                      <a:pt x="1127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8904;p58">
                <a:extLst>
                  <a:ext uri="{FF2B5EF4-FFF2-40B4-BE49-F238E27FC236}">
                    <a16:creationId xmlns:a16="http://schemas.microsoft.com/office/drawing/2014/main" id="{FFF12426-C079-109C-A476-AA1BBF926E82}"/>
                  </a:ext>
                </a:extLst>
              </p:cNvPr>
              <p:cNvSpPr/>
              <p:nvPr/>
            </p:nvSpPr>
            <p:spPr>
              <a:xfrm>
                <a:off x="9455875" y="2286606"/>
                <a:ext cx="137251" cy="112148"/>
              </a:xfrm>
              <a:custGeom>
                <a:avLst/>
                <a:gdLst/>
                <a:ahLst/>
                <a:cxnLst/>
                <a:rect l="l" t="t" r="r" b="b"/>
                <a:pathLst>
                  <a:path w="10011" h="8180" extrusionOk="0">
                    <a:moveTo>
                      <a:pt x="515" y="1"/>
                    </a:moveTo>
                    <a:cubicBezTo>
                      <a:pt x="230" y="7"/>
                      <a:pt x="0" y="243"/>
                      <a:pt x="0" y="531"/>
                    </a:cubicBezTo>
                    <a:cubicBezTo>
                      <a:pt x="0" y="819"/>
                      <a:pt x="230" y="1052"/>
                      <a:pt x="515" y="1062"/>
                    </a:cubicBezTo>
                    <a:lnTo>
                      <a:pt x="4979" y="1062"/>
                    </a:lnTo>
                    <a:cubicBezTo>
                      <a:pt x="7173" y="1062"/>
                      <a:pt x="8946" y="2838"/>
                      <a:pt x="8949" y="5031"/>
                    </a:cubicBezTo>
                    <a:lnTo>
                      <a:pt x="8949" y="7649"/>
                    </a:lnTo>
                    <a:cubicBezTo>
                      <a:pt x="8949" y="7943"/>
                      <a:pt x="9188" y="8179"/>
                      <a:pt x="9480" y="8179"/>
                    </a:cubicBezTo>
                    <a:cubicBezTo>
                      <a:pt x="9771" y="8179"/>
                      <a:pt x="10010" y="7943"/>
                      <a:pt x="10010" y="7652"/>
                    </a:cubicBezTo>
                    <a:lnTo>
                      <a:pt x="10010" y="5031"/>
                    </a:lnTo>
                    <a:cubicBezTo>
                      <a:pt x="10007" y="2252"/>
                      <a:pt x="7758" y="4"/>
                      <a:pt x="497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8905;p58">
                <a:extLst>
                  <a:ext uri="{FF2B5EF4-FFF2-40B4-BE49-F238E27FC236}">
                    <a16:creationId xmlns:a16="http://schemas.microsoft.com/office/drawing/2014/main" id="{A8B6CF0D-B296-9785-88B6-1E87824EA15A}"/>
                  </a:ext>
                </a:extLst>
              </p:cNvPr>
              <p:cNvSpPr/>
              <p:nvPr/>
            </p:nvSpPr>
            <p:spPr>
              <a:xfrm>
                <a:off x="9578545" y="2355317"/>
                <a:ext cx="116370" cy="14560"/>
              </a:xfrm>
              <a:custGeom>
                <a:avLst/>
                <a:gdLst/>
                <a:ahLst/>
                <a:cxnLst/>
                <a:rect l="l" t="t" r="r" b="b"/>
                <a:pathLst>
                  <a:path w="8488" h="1062" extrusionOk="0">
                    <a:moveTo>
                      <a:pt x="519" y="0"/>
                    </a:moveTo>
                    <a:cubicBezTo>
                      <a:pt x="231" y="10"/>
                      <a:pt x="1" y="243"/>
                      <a:pt x="1" y="531"/>
                    </a:cubicBezTo>
                    <a:cubicBezTo>
                      <a:pt x="1" y="819"/>
                      <a:pt x="231" y="1051"/>
                      <a:pt x="519" y="1061"/>
                    </a:cubicBezTo>
                    <a:lnTo>
                      <a:pt x="7973" y="1061"/>
                    </a:lnTo>
                    <a:cubicBezTo>
                      <a:pt x="8261" y="1051"/>
                      <a:pt x="8487" y="819"/>
                      <a:pt x="8487" y="531"/>
                    </a:cubicBezTo>
                    <a:cubicBezTo>
                      <a:pt x="8487" y="243"/>
                      <a:pt x="8261" y="10"/>
                      <a:pt x="7973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8906;p58">
                <a:extLst>
                  <a:ext uri="{FF2B5EF4-FFF2-40B4-BE49-F238E27FC236}">
                    <a16:creationId xmlns:a16="http://schemas.microsoft.com/office/drawing/2014/main" id="{086A7B48-CFB8-AD31-3C16-DE739B089D6E}"/>
                  </a:ext>
                </a:extLst>
              </p:cNvPr>
              <p:cNvSpPr/>
              <p:nvPr/>
            </p:nvSpPr>
            <p:spPr>
              <a:xfrm>
                <a:off x="9533620" y="2389824"/>
                <a:ext cx="104429" cy="58240"/>
              </a:xfrm>
              <a:custGeom>
                <a:avLst/>
                <a:gdLst/>
                <a:ahLst/>
                <a:cxnLst/>
                <a:rect l="l" t="t" r="r" b="b"/>
                <a:pathLst>
                  <a:path w="7617" h="4248" extrusionOk="0">
                    <a:moveTo>
                      <a:pt x="2890" y="0"/>
                    </a:moveTo>
                    <a:cubicBezTo>
                      <a:pt x="1295" y="0"/>
                      <a:pt x="4" y="1294"/>
                      <a:pt x="1" y="2889"/>
                    </a:cubicBezTo>
                    <a:lnTo>
                      <a:pt x="1" y="3439"/>
                    </a:lnTo>
                    <a:cubicBezTo>
                      <a:pt x="10" y="3724"/>
                      <a:pt x="243" y="3954"/>
                      <a:pt x="531" y="3954"/>
                    </a:cubicBezTo>
                    <a:cubicBezTo>
                      <a:pt x="819" y="3954"/>
                      <a:pt x="1055" y="3724"/>
                      <a:pt x="1062" y="3439"/>
                    </a:cubicBezTo>
                    <a:lnTo>
                      <a:pt x="1062" y="2889"/>
                    </a:lnTo>
                    <a:cubicBezTo>
                      <a:pt x="1062" y="1880"/>
                      <a:pt x="1880" y="1061"/>
                      <a:pt x="2890" y="1058"/>
                    </a:cubicBezTo>
                    <a:lnTo>
                      <a:pt x="4669" y="1058"/>
                    </a:lnTo>
                    <a:cubicBezTo>
                      <a:pt x="5711" y="1061"/>
                      <a:pt x="6555" y="1902"/>
                      <a:pt x="6555" y="2944"/>
                    </a:cubicBezTo>
                    <a:lnTo>
                      <a:pt x="6555" y="3717"/>
                    </a:lnTo>
                    <a:cubicBezTo>
                      <a:pt x="6555" y="4012"/>
                      <a:pt x="6795" y="4248"/>
                      <a:pt x="7086" y="4248"/>
                    </a:cubicBezTo>
                    <a:cubicBezTo>
                      <a:pt x="7380" y="4248"/>
                      <a:pt x="7617" y="4012"/>
                      <a:pt x="7617" y="3717"/>
                    </a:cubicBezTo>
                    <a:lnTo>
                      <a:pt x="7617" y="2944"/>
                    </a:lnTo>
                    <a:cubicBezTo>
                      <a:pt x="7613" y="1320"/>
                      <a:pt x="6297" y="0"/>
                      <a:pt x="466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8907;p58">
                <a:extLst>
                  <a:ext uri="{FF2B5EF4-FFF2-40B4-BE49-F238E27FC236}">
                    <a16:creationId xmlns:a16="http://schemas.microsoft.com/office/drawing/2014/main" id="{BA7AA49D-25F3-BFF1-55FB-447197721301}"/>
                  </a:ext>
                </a:extLst>
              </p:cNvPr>
              <p:cNvSpPr/>
              <p:nvPr/>
            </p:nvSpPr>
            <p:spPr>
              <a:xfrm>
                <a:off x="9504885" y="2171202"/>
                <a:ext cx="97684" cy="14519"/>
              </a:xfrm>
              <a:custGeom>
                <a:avLst/>
                <a:gdLst/>
                <a:ahLst/>
                <a:cxnLst/>
                <a:rect l="l" t="t" r="r" b="b"/>
                <a:pathLst>
                  <a:path w="7125" h="1059" extrusionOk="0">
                    <a:moveTo>
                      <a:pt x="6598" y="0"/>
                    </a:moveTo>
                    <a:cubicBezTo>
                      <a:pt x="6592" y="0"/>
                      <a:pt x="6587" y="0"/>
                      <a:pt x="6581" y="0"/>
                    </a:cubicBezTo>
                    <a:lnTo>
                      <a:pt x="515" y="0"/>
                    </a:lnTo>
                    <a:cubicBezTo>
                      <a:pt x="227" y="7"/>
                      <a:pt x="0" y="243"/>
                      <a:pt x="0" y="528"/>
                    </a:cubicBezTo>
                    <a:cubicBezTo>
                      <a:pt x="0" y="816"/>
                      <a:pt x="227" y="1052"/>
                      <a:pt x="515" y="1058"/>
                    </a:cubicBezTo>
                    <a:lnTo>
                      <a:pt x="6581" y="1058"/>
                    </a:lnTo>
                    <a:cubicBezTo>
                      <a:pt x="6587" y="1058"/>
                      <a:pt x="6592" y="1059"/>
                      <a:pt x="6598" y="1059"/>
                    </a:cubicBezTo>
                    <a:cubicBezTo>
                      <a:pt x="6888" y="1059"/>
                      <a:pt x="7124" y="823"/>
                      <a:pt x="7124" y="528"/>
                    </a:cubicBezTo>
                    <a:cubicBezTo>
                      <a:pt x="7124" y="236"/>
                      <a:pt x="6888" y="0"/>
                      <a:pt x="6598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8908;p58">
                <a:extLst>
                  <a:ext uri="{FF2B5EF4-FFF2-40B4-BE49-F238E27FC236}">
                    <a16:creationId xmlns:a16="http://schemas.microsoft.com/office/drawing/2014/main" id="{2ABE301E-7CAE-B3FD-1054-D25AF3075E75}"/>
                  </a:ext>
                </a:extLst>
              </p:cNvPr>
              <p:cNvSpPr/>
              <p:nvPr/>
            </p:nvSpPr>
            <p:spPr>
              <a:xfrm>
                <a:off x="9587826" y="2129731"/>
                <a:ext cx="106993" cy="97464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7109" extrusionOk="0">
                    <a:moveTo>
                      <a:pt x="4230" y="0"/>
                    </a:moveTo>
                    <a:cubicBezTo>
                      <a:pt x="4224" y="0"/>
                      <a:pt x="4218" y="0"/>
                      <a:pt x="4213" y="0"/>
                    </a:cubicBezTo>
                    <a:lnTo>
                      <a:pt x="3339" y="0"/>
                    </a:lnTo>
                    <a:cubicBezTo>
                      <a:pt x="1495" y="0"/>
                      <a:pt x="3" y="1495"/>
                      <a:pt x="0" y="3336"/>
                    </a:cubicBezTo>
                    <a:lnTo>
                      <a:pt x="0" y="3850"/>
                    </a:lnTo>
                    <a:cubicBezTo>
                      <a:pt x="3" y="5649"/>
                      <a:pt x="1459" y="7108"/>
                      <a:pt x="3258" y="7108"/>
                    </a:cubicBezTo>
                    <a:lnTo>
                      <a:pt x="7286" y="7108"/>
                    </a:lnTo>
                    <a:cubicBezTo>
                      <a:pt x="7574" y="7102"/>
                      <a:pt x="7804" y="6866"/>
                      <a:pt x="7804" y="6578"/>
                    </a:cubicBezTo>
                    <a:cubicBezTo>
                      <a:pt x="7804" y="6290"/>
                      <a:pt x="7574" y="6057"/>
                      <a:pt x="7286" y="6047"/>
                    </a:cubicBezTo>
                    <a:lnTo>
                      <a:pt x="3258" y="6047"/>
                    </a:lnTo>
                    <a:cubicBezTo>
                      <a:pt x="2045" y="6047"/>
                      <a:pt x="1061" y="5064"/>
                      <a:pt x="1061" y="3850"/>
                    </a:cubicBezTo>
                    <a:lnTo>
                      <a:pt x="1061" y="3336"/>
                    </a:lnTo>
                    <a:cubicBezTo>
                      <a:pt x="1061" y="2081"/>
                      <a:pt x="2080" y="1061"/>
                      <a:pt x="3339" y="1058"/>
                    </a:cubicBezTo>
                    <a:lnTo>
                      <a:pt x="4213" y="1058"/>
                    </a:lnTo>
                    <a:cubicBezTo>
                      <a:pt x="4218" y="1058"/>
                      <a:pt x="4224" y="1059"/>
                      <a:pt x="4230" y="1059"/>
                    </a:cubicBezTo>
                    <a:cubicBezTo>
                      <a:pt x="4520" y="1059"/>
                      <a:pt x="4756" y="823"/>
                      <a:pt x="4756" y="528"/>
                    </a:cubicBezTo>
                    <a:cubicBezTo>
                      <a:pt x="4756" y="236"/>
                      <a:pt x="4520" y="0"/>
                      <a:pt x="423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5" name="Rectangle: Rounded Corners 11">
            <a:extLst>
              <a:ext uri="{FF2B5EF4-FFF2-40B4-BE49-F238E27FC236}">
                <a16:creationId xmlns:a16="http://schemas.microsoft.com/office/drawing/2014/main" id="{45C53BC5-93B4-0616-E65E-2A09BB64C47E}"/>
              </a:ext>
            </a:extLst>
          </p:cNvPr>
          <p:cNvSpPr/>
          <p:nvPr/>
        </p:nvSpPr>
        <p:spPr>
          <a:xfrm>
            <a:off x="568815" y="1612364"/>
            <a:ext cx="2966111" cy="303947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🎯</a:t>
            </a:r>
            <a:r>
              <a:rPr lang="pt-BR" sz="1600" dirty="0">
                <a:solidFill>
                  <a:schemeClr val="tx1"/>
                </a:solidFill>
                <a:latin typeface="Baloo 2 ExtraBold" panose="020B0604020202020204" charset="0"/>
                <a:cs typeface="Baloo 2 ExtraBold" panose="020B0604020202020204" charset="0"/>
              </a:rPr>
              <a:t>Acurácia:  </a:t>
            </a:r>
            <a:r>
              <a:rPr lang="pt-BR" sz="1600" dirty="0">
                <a:solidFill>
                  <a:schemeClr val="tx1"/>
                </a:solidFill>
                <a:latin typeface="DM Sans" pitchFamily="2" charset="0"/>
                <a:cs typeface="Baloo 2 ExtraBold" panose="020B0604020202020204" charset="0"/>
              </a:rPr>
              <a:t>85,6%</a:t>
            </a:r>
            <a:endParaRPr lang="pt-BR" sz="16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🔍 </a:t>
            </a:r>
            <a:r>
              <a:rPr lang="pt-BR" sz="1600" dirty="0">
                <a:solidFill>
                  <a:schemeClr val="tx1"/>
                </a:solidFill>
                <a:latin typeface="Baloo 2 ExtraBold" panose="020B0604020202020204" charset="0"/>
                <a:cs typeface="Baloo 2 ExtraBold" panose="020B0604020202020204" charset="0"/>
              </a:rPr>
              <a:t>Detratores identificados: </a:t>
            </a:r>
            <a:r>
              <a:rPr lang="pt-BR" sz="1600" dirty="0">
                <a:solidFill>
                  <a:schemeClr val="tx1"/>
                </a:solidFill>
                <a:latin typeface="DM Sans" pitchFamily="2" charset="0"/>
                <a:cs typeface="Baloo 2 ExtraBold" panose="020B0604020202020204" charset="0"/>
              </a:rPr>
              <a:t>94,6%</a:t>
            </a:r>
            <a:endParaRPr lang="pt-BR" sz="16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Baloo 2 ExtraBold" panose="020B0604020202020204" charset="0"/>
                <a:cs typeface="Baloo 2 ExtraBold" panose="020B0604020202020204" charset="0"/>
              </a:rPr>
              <a:t>📊Classifica :  </a:t>
            </a:r>
            <a:r>
              <a:rPr lang="pt-BR" sz="1600" dirty="0">
                <a:solidFill>
                  <a:schemeClr val="tx1"/>
                </a:solidFill>
                <a:latin typeface="DM Sans" pitchFamily="2" charset="0"/>
                <a:cs typeface="Baloo 2 ExtraBold" panose="020B0604020202020204" charset="0"/>
              </a:rPr>
              <a:t>Promotor / Neutro / Detrator</a:t>
            </a:r>
            <a:endParaRPr lang="pt-BR" sz="28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  <a:sym typeface="Baloo 2 ExtraBold"/>
            </a:endParaRPr>
          </a:p>
        </p:txBody>
      </p:sp>
      <p:sp>
        <p:nvSpPr>
          <p:cNvPr id="837" name="Rectangle: Rounded Corners 11">
            <a:extLst>
              <a:ext uri="{FF2B5EF4-FFF2-40B4-BE49-F238E27FC236}">
                <a16:creationId xmlns:a16="http://schemas.microsoft.com/office/drawing/2014/main" id="{0B31CCAA-6600-2D83-5207-335B7559F109}"/>
              </a:ext>
            </a:extLst>
          </p:cNvPr>
          <p:cNvSpPr/>
          <p:nvPr/>
        </p:nvSpPr>
        <p:spPr>
          <a:xfrm>
            <a:off x="5847975" y="1612364"/>
            <a:ext cx="2966111" cy="303947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Baloo 2 ExtraBold" panose="020B0604020202020204" charset="0"/>
                <a:cs typeface="Baloo 2 ExtraBold" panose="020B0604020202020204" charset="0"/>
              </a:rPr>
              <a:t>⚠️Base desbalanceada:  </a:t>
            </a:r>
            <a:r>
              <a:rPr lang="pt-BR" sz="1600" dirty="0">
                <a:solidFill>
                  <a:schemeClr val="tx1"/>
                </a:solidFill>
                <a:latin typeface="DM Sans" pitchFamily="2" charset="0"/>
                <a:cs typeface="Baloo 2 ExtraBold" panose="020B0604020202020204" charset="0"/>
              </a:rPr>
              <a:t>84% detratores</a:t>
            </a:r>
            <a:endParaRPr lang="pt-BR" sz="16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⚠️ </a:t>
            </a:r>
            <a:r>
              <a:rPr lang="pt-BR" sz="1600" dirty="0">
                <a:solidFill>
                  <a:schemeClr val="tx1"/>
                </a:solidFill>
                <a:latin typeface="Baloo 2 ExtraBold" panose="020B0604020202020204" charset="0"/>
                <a:cs typeface="Baloo 2 ExtraBold" panose="020B0604020202020204" charset="0"/>
              </a:rPr>
              <a:t>Classe Neutro ainda é desafiadora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Baloo 2 ExtraBold" panose="020B0604020202020204" charset="0"/>
                <a:cs typeface="Baloo 2 ExtraBold" panose="020B0604020202020204" charset="0"/>
              </a:rPr>
              <a:t>⚠️Ferramenta de apoio, não um oráculo</a:t>
            </a:r>
            <a:endParaRPr lang="pt-BR" sz="2800" dirty="0">
              <a:solidFill>
                <a:schemeClr val="tx1"/>
              </a:solidFill>
              <a:latin typeface="Baloo 2 ExtraBold" panose="020B0604020202020204" charset="0"/>
              <a:cs typeface="Baloo 2 ExtraBold" panose="020B0604020202020204" charset="0"/>
              <a:sym typeface="Baloo 2 ExtraBold"/>
            </a:endParaRPr>
          </a:p>
        </p:txBody>
      </p:sp>
      <p:pic>
        <p:nvPicPr>
          <p:cNvPr id="4" name="Áudio 3">
            <a:hlinkClick r:id="" action="ppaction://media"/>
            <a:extLst>
              <a:ext uri="{FF2B5EF4-FFF2-40B4-BE49-F238E27FC236}">
                <a16:creationId xmlns:a16="http://schemas.microsoft.com/office/drawing/2014/main" id="{A1A612A4-02F8-12B8-BBDD-FEC2EE8D06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79141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676"/>
    </mc:Choice>
    <mc:Fallback>
      <p:transition spd="slow" advTm="33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0587E2B5-8E68-274F-489F-AAE58152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8EF4F62-A845-15AF-EAF1-4051B2A2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69" y="1176707"/>
            <a:ext cx="7582262" cy="2790085"/>
          </a:xfrm>
          <a:prstGeom prst="rect">
            <a:avLst/>
          </a:prstGeom>
        </p:spPr>
      </p:pic>
      <p:sp>
        <p:nvSpPr>
          <p:cNvPr id="6" name="Google Shape;884;p32">
            <a:extLst>
              <a:ext uri="{FF2B5EF4-FFF2-40B4-BE49-F238E27FC236}">
                <a16:creationId xmlns:a16="http://schemas.microsoft.com/office/drawing/2014/main" id="{703C8FB6-187A-AEBB-5C2B-9AE411773E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105" y="224879"/>
            <a:ext cx="6120281" cy="625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Saving estimado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6759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B2D72FFB-64B7-9792-1072-A56BCD82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9">
            <a:extLst>
              <a:ext uri="{FF2B5EF4-FFF2-40B4-BE49-F238E27FC236}">
                <a16:creationId xmlns:a16="http://schemas.microsoft.com/office/drawing/2014/main" id="{33EA2114-00B2-33C2-639E-B40D9CDC3B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" y="2154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Recomendações</a:t>
            </a:r>
            <a:endParaRPr dirty="0"/>
          </a:p>
        </p:txBody>
      </p:sp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DA43FE91-BBBB-E9F9-90AF-9F821E868E01}"/>
              </a:ext>
            </a:extLst>
          </p:cNvPr>
          <p:cNvSpPr/>
          <p:nvPr/>
        </p:nvSpPr>
        <p:spPr>
          <a:xfrm>
            <a:off x="120187" y="1993115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Logística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Monitorar pedidos com risco de atraso e comunicar o cliente proativamente antes da ruptura</a:t>
            </a:r>
          </a:p>
        </p:txBody>
      </p:sp>
      <p:sp>
        <p:nvSpPr>
          <p:cNvPr id="11" name="Rectangle: Rounded Corners 1">
            <a:extLst>
              <a:ext uri="{FF2B5EF4-FFF2-40B4-BE49-F238E27FC236}">
                <a16:creationId xmlns:a16="http://schemas.microsoft.com/office/drawing/2014/main" id="{89458587-0C20-81AE-A00E-BCA015AB8E89}"/>
              </a:ext>
            </a:extLst>
          </p:cNvPr>
          <p:cNvSpPr/>
          <p:nvPr/>
        </p:nvSpPr>
        <p:spPr>
          <a:xfrm>
            <a:off x="3091986" y="2046593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SAC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Priorizar automaticamente cliente com 2+ contatos / reclamações</a:t>
            </a:r>
          </a:p>
        </p:txBody>
      </p:sp>
      <p:sp>
        <p:nvSpPr>
          <p:cNvPr id="12" name="Rectangle: Rounded Corners 2">
            <a:extLst>
              <a:ext uri="{FF2B5EF4-FFF2-40B4-BE49-F238E27FC236}">
                <a16:creationId xmlns:a16="http://schemas.microsoft.com/office/drawing/2014/main" id="{763D0919-8546-B9DD-AA1F-C5923DCE0E21}"/>
              </a:ext>
            </a:extLst>
          </p:cNvPr>
          <p:cNvSpPr/>
          <p:nvPr/>
        </p:nvSpPr>
        <p:spPr>
          <a:xfrm>
            <a:off x="6209259" y="2049641"/>
            <a:ext cx="2761559" cy="1965243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dk1"/>
                </a:solidFill>
                <a:latin typeface="Baloo 2 ExtraBold"/>
                <a:cs typeface="Baloo 2 ExtraBold"/>
              </a:rPr>
              <a:t>Dados/CX</a:t>
            </a:r>
          </a:p>
          <a:p>
            <a:pPr algn="ctr"/>
            <a:endParaRPr lang="pt-BR" dirty="0">
              <a:solidFill>
                <a:schemeClr val="bg2">
                  <a:lumMod val="25000"/>
                </a:schemeClr>
              </a:solidFill>
              <a:latin typeface="DM Sans" pitchFamily="2" charset="0"/>
            </a:endParaRPr>
          </a:p>
          <a:p>
            <a:pPr algn="ctr"/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DM Sans" pitchFamily="2" charset="0"/>
              </a:rPr>
              <a:t>Usar o modelo preditivo para identificar o cliente em risco e aplicar uma "vacina" (cupom, contato VIP) antes de enviar a pesquisa de NPS.</a:t>
            </a:r>
          </a:p>
        </p:txBody>
      </p:sp>
      <p:pic>
        <p:nvPicPr>
          <p:cNvPr id="13" name="Graphic 3" descr="Delivery with solid fill">
            <a:extLst>
              <a:ext uri="{FF2B5EF4-FFF2-40B4-BE49-F238E27FC236}">
                <a16:creationId xmlns:a16="http://schemas.microsoft.com/office/drawing/2014/main" id="{F6BC780C-3491-099B-3CB1-1F1BA60F9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3386" y="1377955"/>
            <a:ext cx="615160" cy="615160"/>
          </a:xfrm>
          <a:prstGeom prst="rect">
            <a:avLst/>
          </a:prstGeom>
        </p:spPr>
      </p:pic>
      <p:pic>
        <p:nvPicPr>
          <p:cNvPr id="14" name="Graphic 6" descr="Call center with solid fill">
            <a:extLst>
              <a:ext uri="{FF2B5EF4-FFF2-40B4-BE49-F238E27FC236}">
                <a16:creationId xmlns:a16="http://schemas.microsoft.com/office/drawing/2014/main" id="{E63FC09E-605C-9432-0EE7-CEE1E9116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9407" y="1377955"/>
            <a:ext cx="457962" cy="457962"/>
          </a:xfrm>
          <a:prstGeom prst="rect">
            <a:avLst/>
          </a:prstGeom>
        </p:spPr>
      </p:pic>
      <p:pic>
        <p:nvPicPr>
          <p:cNvPr id="17" name="Gráfico 16" descr="Inteligência artificial com preenchimento sólido">
            <a:extLst>
              <a:ext uri="{FF2B5EF4-FFF2-40B4-BE49-F238E27FC236}">
                <a16:creationId xmlns:a16="http://schemas.microsoft.com/office/drawing/2014/main" id="{DA071C6D-5CE3-3D8F-95E8-03089809C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454" y="1299356"/>
            <a:ext cx="615160" cy="615160"/>
          </a:xfrm>
          <a:prstGeom prst="rect">
            <a:avLst/>
          </a:prstGeom>
        </p:spPr>
      </p:pic>
      <p:pic>
        <p:nvPicPr>
          <p:cNvPr id="6" name="Áudio 5">
            <a:hlinkClick r:id="" action="ppaction://media"/>
            <a:extLst>
              <a:ext uri="{FF2B5EF4-FFF2-40B4-BE49-F238E27FC236}">
                <a16:creationId xmlns:a16="http://schemas.microsoft.com/office/drawing/2014/main" id="{98D99ADE-9365-7685-C1E7-AD84EF8913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06138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97"/>
    </mc:Choice>
    <mc:Fallback>
      <p:transition spd="slow" advTm="291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>
          <a:extLst>
            <a:ext uri="{FF2B5EF4-FFF2-40B4-BE49-F238E27FC236}">
              <a16:creationId xmlns:a16="http://schemas.microsoft.com/office/drawing/2014/main" id="{9222067F-B979-A1FE-0D47-A968A2C1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920;p35">
            <a:extLst>
              <a:ext uri="{FF2B5EF4-FFF2-40B4-BE49-F238E27FC236}">
                <a16:creationId xmlns:a16="http://schemas.microsoft.com/office/drawing/2014/main" id="{F4246185-7216-18FC-23A9-A5C60AE16F17}"/>
              </a:ext>
            </a:extLst>
          </p:cNvPr>
          <p:cNvGrpSpPr/>
          <p:nvPr/>
        </p:nvGrpSpPr>
        <p:grpSpPr>
          <a:xfrm>
            <a:off x="167101" y="676237"/>
            <a:ext cx="3463271" cy="3501529"/>
            <a:chOff x="4817053" y="290718"/>
            <a:chExt cx="3897567" cy="4009205"/>
          </a:xfrm>
        </p:grpSpPr>
        <p:sp>
          <p:nvSpPr>
            <p:cNvPr id="787" name="Google Shape;921;p35">
              <a:extLst>
                <a:ext uri="{FF2B5EF4-FFF2-40B4-BE49-F238E27FC236}">
                  <a16:creationId xmlns:a16="http://schemas.microsoft.com/office/drawing/2014/main" id="{55DDAE4D-D40B-1879-F28F-EE1A54AF13AC}"/>
                </a:ext>
              </a:extLst>
            </p:cNvPr>
            <p:cNvSpPr/>
            <p:nvPr/>
          </p:nvSpPr>
          <p:spPr>
            <a:xfrm>
              <a:off x="4817053" y="116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8" name="Google Shape;922;p35">
              <a:extLst>
                <a:ext uri="{FF2B5EF4-FFF2-40B4-BE49-F238E27FC236}">
                  <a16:creationId xmlns:a16="http://schemas.microsoft.com/office/drawing/2014/main" id="{DE645AD6-6A85-D326-4F2D-B8089CC3B569}"/>
                </a:ext>
              </a:extLst>
            </p:cNvPr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922" name="Google Shape;923;p35">
                <a:extLst>
                  <a:ext uri="{FF2B5EF4-FFF2-40B4-BE49-F238E27FC236}">
                    <a16:creationId xmlns:a16="http://schemas.microsoft.com/office/drawing/2014/main" id="{759BF9D9-03FC-03DC-68B5-8BB1A14E38A4}"/>
                  </a:ext>
                </a:extLst>
              </p:cNvPr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4;p35">
                <a:extLst>
                  <a:ext uri="{FF2B5EF4-FFF2-40B4-BE49-F238E27FC236}">
                    <a16:creationId xmlns:a16="http://schemas.microsoft.com/office/drawing/2014/main" id="{2DFB5C02-AB8D-B3EF-1945-20559438EFBD}"/>
                  </a:ext>
                </a:extLst>
              </p:cNvPr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5;p35">
                <a:extLst>
                  <a:ext uri="{FF2B5EF4-FFF2-40B4-BE49-F238E27FC236}">
                    <a16:creationId xmlns:a16="http://schemas.microsoft.com/office/drawing/2014/main" id="{E98A2B56-9D29-6774-E1E9-C31D6A7A5129}"/>
                  </a:ext>
                </a:extLst>
              </p:cNvPr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6;p35">
                <a:extLst>
                  <a:ext uri="{FF2B5EF4-FFF2-40B4-BE49-F238E27FC236}">
                    <a16:creationId xmlns:a16="http://schemas.microsoft.com/office/drawing/2014/main" id="{772F1E73-0524-36E1-880A-57D04802E4D3}"/>
                  </a:ext>
                </a:extLst>
              </p:cNvPr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7;p35">
                <a:extLst>
                  <a:ext uri="{FF2B5EF4-FFF2-40B4-BE49-F238E27FC236}">
                    <a16:creationId xmlns:a16="http://schemas.microsoft.com/office/drawing/2014/main" id="{0BAEFA66-C628-DE4E-CBCA-30F46D942E55}"/>
                  </a:ext>
                </a:extLst>
              </p:cNvPr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8;p35">
                <a:extLst>
                  <a:ext uri="{FF2B5EF4-FFF2-40B4-BE49-F238E27FC236}">
                    <a16:creationId xmlns:a16="http://schemas.microsoft.com/office/drawing/2014/main" id="{11706361-7F05-37C4-8497-0D119F9BFED5}"/>
                  </a:ext>
                </a:extLst>
              </p:cNvPr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9;p35">
                <a:extLst>
                  <a:ext uri="{FF2B5EF4-FFF2-40B4-BE49-F238E27FC236}">
                    <a16:creationId xmlns:a16="http://schemas.microsoft.com/office/drawing/2014/main" id="{9206509A-625C-9FA9-7D7E-9071AA26B0BE}"/>
                  </a:ext>
                </a:extLst>
              </p:cNvPr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30;p35">
                <a:extLst>
                  <a:ext uri="{FF2B5EF4-FFF2-40B4-BE49-F238E27FC236}">
                    <a16:creationId xmlns:a16="http://schemas.microsoft.com/office/drawing/2014/main" id="{CD0969CA-8B38-9D9B-A68F-ECED6DB54EF9}"/>
                  </a:ext>
                </a:extLst>
              </p:cNvPr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1;p35">
                <a:extLst>
                  <a:ext uri="{FF2B5EF4-FFF2-40B4-BE49-F238E27FC236}">
                    <a16:creationId xmlns:a16="http://schemas.microsoft.com/office/drawing/2014/main" id="{76CEBDE6-44A7-FA42-3859-803D323727C7}"/>
                  </a:ext>
                </a:extLst>
              </p:cNvPr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2;p35">
                <a:extLst>
                  <a:ext uri="{FF2B5EF4-FFF2-40B4-BE49-F238E27FC236}">
                    <a16:creationId xmlns:a16="http://schemas.microsoft.com/office/drawing/2014/main" id="{43B44D8A-CE03-5C7D-9988-B23EED8DCA2B}"/>
                  </a:ext>
                </a:extLst>
              </p:cNvPr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3;p35">
                <a:extLst>
                  <a:ext uri="{FF2B5EF4-FFF2-40B4-BE49-F238E27FC236}">
                    <a16:creationId xmlns:a16="http://schemas.microsoft.com/office/drawing/2014/main" id="{72A65880-B6DD-C189-4888-C472FDB53662}"/>
                  </a:ext>
                </a:extLst>
              </p:cNvPr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4;p35">
                <a:extLst>
                  <a:ext uri="{FF2B5EF4-FFF2-40B4-BE49-F238E27FC236}">
                    <a16:creationId xmlns:a16="http://schemas.microsoft.com/office/drawing/2014/main" id="{F913A820-2A71-B3E2-3AE4-3F2D85CEEAAA}"/>
                  </a:ext>
                </a:extLst>
              </p:cNvPr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5;p35">
                <a:extLst>
                  <a:ext uri="{FF2B5EF4-FFF2-40B4-BE49-F238E27FC236}">
                    <a16:creationId xmlns:a16="http://schemas.microsoft.com/office/drawing/2014/main" id="{A29B358E-2AC4-2B80-CD0B-899134C62D6A}"/>
                  </a:ext>
                </a:extLst>
              </p:cNvPr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6;p35">
                <a:extLst>
                  <a:ext uri="{FF2B5EF4-FFF2-40B4-BE49-F238E27FC236}">
                    <a16:creationId xmlns:a16="http://schemas.microsoft.com/office/drawing/2014/main" id="{9709692A-F325-0478-DB0F-3FCBE32FB104}"/>
                  </a:ext>
                </a:extLst>
              </p:cNvPr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7;p35">
                <a:extLst>
                  <a:ext uri="{FF2B5EF4-FFF2-40B4-BE49-F238E27FC236}">
                    <a16:creationId xmlns:a16="http://schemas.microsoft.com/office/drawing/2014/main" id="{F51ACE75-9091-20DA-F9E3-8F726FD8BD25}"/>
                  </a:ext>
                </a:extLst>
              </p:cNvPr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8;p35">
                <a:extLst>
                  <a:ext uri="{FF2B5EF4-FFF2-40B4-BE49-F238E27FC236}">
                    <a16:creationId xmlns:a16="http://schemas.microsoft.com/office/drawing/2014/main" id="{F4CC8C82-6182-1038-FFA6-8DB140FEA04E}"/>
                  </a:ext>
                </a:extLst>
              </p:cNvPr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9;p35">
                <a:extLst>
                  <a:ext uri="{FF2B5EF4-FFF2-40B4-BE49-F238E27FC236}">
                    <a16:creationId xmlns:a16="http://schemas.microsoft.com/office/drawing/2014/main" id="{FE0E6A1F-D11F-7696-8F43-DC4FD5237C98}"/>
                  </a:ext>
                </a:extLst>
              </p:cNvPr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40;p35">
                <a:extLst>
                  <a:ext uri="{FF2B5EF4-FFF2-40B4-BE49-F238E27FC236}">
                    <a16:creationId xmlns:a16="http://schemas.microsoft.com/office/drawing/2014/main" id="{D3529704-4627-A5A1-CDCA-13F454D8B339}"/>
                  </a:ext>
                </a:extLst>
              </p:cNvPr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1;p35">
                <a:extLst>
                  <a:ext uri="{FF2B5EF4-FFF2-40B4-BE49-F238E27FC236}">
                    <a16:creationId xmlns:a16="http://schemas.microsoft.com/office/drawing/2014/main" id="{93403D8E-3F9B-CE84-4C65-A2BD23C34C45}"/>
                  </a:ext>
                </a:extLst>
              </p:cNvPr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942;p35">
              <a:extLst>
                <a:ext uri="{FF2B5EF4-FFF2-40B4-BE49-F238E27FC236}">
                  <a16:creationId xmlns:a16="http://schemas.microsoft.com/office/drawing/2014/main" id="{6A7E357F-869C-A411-9F88-0ABBA34BF983}"/>
                </a:ext>
              </a:extLst>
            </p:cNvPr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850" name="Google Shape;943;p35">
                <a:extLst>
                  <a:ext uri="{FF2B5EF4-FFF2-40B4-BE49-F238E27FC236}">
                    <a16:creationId xmlns:a16="http://schemas.microsoft.com/office/drawing/2014/main" id="{27D73310-E719-AEBA-10CF-29F4C96D5AB1}"/>
                  </a:ext>
                </a:extLst>
              </p:cNvPr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852" name="Google Shape;944;p35">
                  <a:extLst>
                    <a:ext uri="{FF2B5EF4-FFF2-40B4-BE49-F238E27FC236}">
                      <a16:creationId xmlns:a16="http://schemas.microsoft.com/office/drawing/2014/main" id="{E3AF1699-18F2-BCC5-36ED-BC050E629604}"/>
                    </a:ext>
                  </a:extLst>
                </p:cNvPr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15" h="348197" extrusionOk="0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945;p35">
                  <a:extLst>
                    <a:ext uri="{FF2B5EF4-FFF2-40B4-BE49-F238E27FC236}">
                      <a16:creationId xmlns:a16="http://schemas.microsoft.com/office/drawing/2014/main" id="{7B5E3AD4-C412-09A6-06FB-4501DE6AB6B0}"/>
                    </a:ext>
                  </a:extLst>
                </p:cNvPr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8" h="55911" extrusionOk="0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946;p35">
                  <a:extLst>
                    <a:ext uri="{FF2B5EF4-FFF2-40B4-BE49-F238E27FC236}">
                      <a16:creationId xmlns:a16="http://schemas.microsoft.com/office/drawing/2014/main" id="{42B5D1E4-62A4-F248-F6BD-B0222270FFEC}"/>
                    </a:ext>
                  </a:extLst>
                </p:cNvPr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54" h="571433" extrusionOk="0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947;p35">
                  <a:extLst>
                    <a:ext uri="{FF2B5EF4-FFF2-40B4-BE49-F238E27FC236}">
                      <a16:creationId xmlns:a16="http://schemas.microsoft.com/office/drawing/2014/main" id="{7B9954C4-F916-0090-F39A-144E35AC43E2}"/>
                    </a:ext>
                  </a:extLst>
                </p:cNvPr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157" h="564744" extrusionOk="0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948;p35">
                  <a:extLst>
                    <a:ext uri="{FF2B5EF4-FFF2-40B4-BE49-F238E27FC236}">
                      <a16:creationId xmlns:a16="http://schemas.microsoft.com/office/drawing/2014/main" id="{29661AA5-EA02-9677-EDA4-AEC8FE65AACB}"/>
                    </a:ext>
                  </a:extLst>
                </p:cNvPr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10108" extrusionOk="0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949;p35">
                  <a:extLst>
                    <a:ext uri="{FF2B5EF4-FFF2-40B4-BE49-F238E27FC236}">
                      <a16:creationId xmlns:a16="http://schemas.microsoft.com/office/drawing/2014/main" id="{2D1E808B-05B2-F4BC-FA76-AFEF6C721590}"/>
                    </a:ext>
                  </a:extLst>
                </p:cNvPr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50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950;p35">
                  <a:extLst>
                    <a:ext uri="{FF2B5EF4-FFF2-40B4-BE49-F238E27FC236}">
                      <a16:creationId xmlns:a16="http://schemas.microsoft.com/office/drawing/2014/main" id="{CAB0FD11-1529-3712-2BE2-9D3B3E9A11AE}"/>
                    </a:ext>
                  </a:extLst>
                </p:cNvPr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951;p35">
                  <a:extLst>
                    <a:ext uri="{FF2B5EF4-FFF2-40B4-BE49-F238E27FC236}">
                      <a16:creationId xmlns:a16="http://schemas.microsoft.com/office/drawing/2014/main" id="{B253C1F1-E82E-A760-0822-76D1D3AC8751}"/>
                    </a:ext>
                  </a:extLst>
                </p:cNvPr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952;p35">
                  <a:extLst>
                    <a:ext uri="{FF2B5EF4-FFF2-40B4-BE49-F238E27FC236}">
                      <a16:creationId xmlns:a16="http://schemas.microsoft.com/office/drawing/2014/main" id="{EDD83590-41BD-693B-D8EC-4EC46757A45E}"/>
                    </a:ext>
                  </a:extLst>
                </p:cNvPr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23348" extrusionOk="0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953;p35">
                  <a:extLst>
                    <a:ext uri="{FF2B5EF4-FFF2-40B4-BE49-F238E27FC236}">
                      <a16:creationId xmlns:a16="http://schemas.microsoft.com/office/drawing/2014/main" id="{6AA367CF-51EB-216B-121A-6ADCAF8D4CC1}"/>
                    </a:ext>
                  </a:extLst>
                </p:cNvPr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55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954;p35">
                  <a:extLst>
                    <a:ext uri="{FF2B5EF4-FFF2-40B4-BE49-F238E27FC236}">
                      <a16:creationId xmlns:a16="http://schemas.microsoft.com/office/drawing/2014/main" id="{868A867B-66B3-93BB-5119-F445AA615AC0}"/>
                    </a:ext>
                  </a:extLst>
                </p:cNvPr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955;p35">
                  <a:extLst>
                    <a:ext uri="{FF2B5EF4-FFF2-40B4-BE49-F238E27FC236}">
                      <a16:creationId xmlns:a16="http://schemas.microsoft.com/office/drawing/2014/main" id="{D58D1CE6-7AF6-AFA1-D6A7-76A4698C8BB1}"/>
                    </a:ext>
                  </a:extLst>
                </p:cNvPr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956;p35">
                  <a:extLst>
                    <a:ext uri="{FF2B5EF4-FFF2-40B4-BE49-F238E27FC236}">
                      <a16:creationId xmlns:a16="http://schemas.microsoft.com/office/drawing/2014/main" id="{01A4C381-BE4E-D365-877E-CBCFA8CC093D}"/>
                    </a:ext>
                  </a:extLst>
                </p:cNvPr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336" h="1226343" extrusionOk="0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957;p35">
                  <a:extLst>
                    <a:ext uri="{FF2B5EF4-FFF2-40B4-BE49-F238E27FC236}">
                      <a16:creationId xmlns:a16="http://schemas.microsoft.com/office/drawing/2014/main" id="{341B04A8-4D8A-6CE6-D2DB-A3F3DAC24168}"/>
                    </a:ext>
                  </a:extLst>
                </p:cNvPr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15" h="1199768" extrusionOk="0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958;p35">
                  <a:extLst>
                    <a:ext uri="{FF2B5EF4-FFF2-40B4-BE49-F238E27FC236}">
                      <a16:creationId xmlns:a16="http://schemas.microsoft.com/office/drawing/2014/main" id="{1B8646EE-5718-2B30-CA79-888D236E93EF}"/>
                    </a:ext>
                  </a:extLst>
                </p:cNvPr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95" extrusionOk="0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959;p35">
                  <a:extLst>
                    <a:ext uri="{FF2B5EF4-FFF2-40B4-BE49-F238E27FC236}">
                      <a16:creationId xmlns:a16="http://schemas.microsoft.com/office/drawing/2014/main" id="{7BCFCEAF-A7A4-8451-7B65-8CED18C5CD7E}"/>
                    </a:ext>
                  </a:extLst>
                </p:cNvPr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7" h="1236059" extrusionOk="0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68" name="Google Shape;960;p35">
                  <a:extLst>
                    <a:ext uri="{FF2B5EF4-FFF2-40B4-BE49-F238E27FC236}">
                      <a16:creationId xmlns:a16="http://schemas.microsoft.com/office/drawing/2014/main" id="{25B61D78-B6CA-DDAA-FA26-AB8D6B7611B9}"/>
                    </a:ext>
                  </a:extLst>
                </p:cNvPr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919" name="Google Shape;961;p35">
                    <a:extLst>
                      <a:ext uri="{FF2B5EF4-FFF2-40B4-BE49-F238E27FC236}">
                        <a16:creationId xmlns:a16="http://schemas.microsoft.com/office/drawing/2014/main" id="{FE79A344-8EE3-4CDF-7051-07C98936068E}"/>
                      </a:ext>
                    </a:extLst>
                  </p:cNvPr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076" h="1224724" extrusionOk="0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62;p35">
                    <a:extLst>
                      <a:ext uri="{FF2B5EF4-FFF2-40B4-BE49-F238E27FC236}">
                        <a16:creationId xmlns:a16="http://schemas.microsoft.com/office/drawing/2014/main" id="{3809B754-7F7A-8A06-BDB0-CC32A627A6A0}"/>
                      </a:ext>
                    </a:extLst>
                  </p:cNvPr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26" h="4095" extrusionOk="0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1" name="Google Shape;963;p35">
                    <a:extLst>
                      <a:ext uri="{FF2B5EF4-FFF2-40B4-BE49-F238E27FC236}">
                        <a16:creationId xmlns:a16="http://schemas.microsoft.com/office/drawing/2014/main" id="{74709D78-D70E-D97D-33CF-3906B9761A16}"/>
                      </a:ext>
                    </a:extLst>
                  </p:cNvPr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254" h="170306" extrusionOk="0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69" name="Google Shape;964;p35">
                  <a:extLst>
                    <a:ext uri="{FF2B5EF4-FFF2-40B4-BE49-F238E27FC236}">
                      <a16:creationId xmlns:a16="http://schemas.microsoft.com/office/drawing/2014/main" id="{7AEF117A-D9FE-CEA6-DF49-B4B2E5BDA076}"/>
                    </a:ext>
                  </a:extLst>
                </p:cNvPr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474" h="888396" extrusionOk="0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965;p35">
                  <a:extLst>
                    <a:ext uri="{FF2B5EF4-FFF2-40B4-BE49-F238E27FC236}">
                      <a16:creationId xmlns:a16="http://schemas.microsoft.com/office/drawing/2014/main" id="{D2CDF8D7-9053-3AD9-9A38-45DE78C7CCA0}"/>
                    </a:ext>
                  </a:extLst>
                </p:cNvPr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07" h="39147" extrusionOk="0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966;p35">
                  <a:extLst>
                    <a:ext uri="{FF2B5EF4-FFF2-40B4-BE49-F238E27FC236}">
                      <a16:creationId xmlns:a16="http://schemas.microsoft.com/office/drawing/2014/main" id="{733C7934-A9FC-BBA3-38D6-49A642C6B427}"/>
                    </a:ext>
                  </a:extLst>
                </p:cNvPr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91" h="1036129" extrusionOk="0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72" name="Google Shape;967;p35">
                  <a:extLst>
                    <a:ext uri="{FF2B5EF4-FFF2-40B4-BE49-F238E27FC236}">
                      <a16:creationId xmlns:a16="http://schemas.microsoft.com/office/drawing/2014/main" id="{5D4326F9-6284-E06C-97BA-BEE3137B23B6}"/>
                    </a:ext>
                  </a:extLst>
                </p:cNvPr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916" name="Google Shape;968;p35">
                    <a:extLst>
                      <a:ext uri="{FF2B5EF4-FFF2-40B4-BE49-F238E27FC236}">
                        <a16:creationId xmlns:a16="http://schemas.microsoft.com/office/drawing/2014/main" id="{10C59D43-F55E-A730-5170-9642BBB54986}"/>
                      </a:ext>
                    </a:extLst>
                  </p:cNvPr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363" h="1003934" extrusionOk="0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7" name="Google Shape;969;p35">
                    <a:extLst>
                      <a:ext uri="{FF2B5EF4-FFF2-40B4-BE49-F238E27FC236}">
                        <a16:creationId xmlns:a16="http://schemas.microsoft.com/office/drawing/2014/main" id="{740E00F4-65AA-0307-98EE-A7F6BC9B9471}"/>
                      </a:ext>
                    </a:extLst>
                  </p:cNvPr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99" h="545591" extrusionOk="0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8" name="Google Shape;970;p35">
                    <a:extLst>
                      <a:ext uri="{FF2B5EF4-FFF2-40B4-BE49-F238E27FC236}">
                        <a16:creationId xmlns:a16="http://schemas.microsoft.com/office/drawing/2014/main" id="{5AA1DFE0-FCF9-84A5-4DCA-4E7130E1E582}"/>
                      </a:ext>
                    </a:extLst>
                  </p:cNvPr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39" h="548639" extrusionOk="0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73" name="Google Shape;971;p35">
                  <a:extLst>
                    <a:ext uri="{FF2B5EF4-FFF2-40B4-BE49-F238E27FC236}">
                      <a16:creationId xmlns:a16="http://schemas.microsoft.com/office/drawing/2014/main" id="{54E04763-FAAB-C6F1-C871-26BFB1F40761}"/>
                    </a:ext>
                  </a:extLst>
                </p:cNvPr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6" h="30321" extrusionOk="0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972;p35">
                  <a:extLst>
                    <a:ext uri="{FF2B5EF4-FFF2-40B4-BE49-F238E27FC236}">
                      <a16:creationId xmlns:a16="http://schemas.microsoft.com/office/drawing/2014/main" id="{BA875300-7BFF-38E4-4EA4-15C8AE1133F9}"/>
                    </a:ext>
                  </a:extLst>
                </p:cNvPr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43" h="497395" extrusionOk="0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973;p35">
                  <a:extLst>
                    <a:ext uri="{FF2B5EF4-FFF2-40B4-BE49-F238E27FC236}">
                      <a16:creationId xmlns:a16="http://schemas.microsoft.com/office/drawing/2014/main" id="{C3D6B929-A67A-9899-6065-4DB9E1E27C55}"/>
                    </a:ext>
                  </a:extLst>
                </p:cNvPr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7" h="38598" extrusionOk="0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974;p35">
                  <a:extLst>
                    <a:ext uri="{FF2B5EF4-FFF2-40B4-BE49-F238E27FC236}">
                      <a16:creationId xmlns:a16="http://schemas.microsoft.com/office/drawing/2014/main" id="{55B589D5-C71F-9164-658B-4BCC5F8DEC5E}"/>
                    </a:ext>
                  </a:extLst>
                </p:cNvPr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54" h="276176" extrusionOk="0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975;p35">
                  <a:extLst>
                    <a:ext uri="{FF2B5EF4-FFF2-40B4-BE49-F238E27FC236}">
                      <a16:creationId xmlns:a16="http://schemas.microsoft.com/office/drawing/2014/main" id="{AB2CA128-B856-B8C8-8B19-8638C5C950E7}"/>
                    </a:ext>
                  </a:extLst>
                </p:cNvPr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59" h="367703" extrusionOk="0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976;p35">
                  <a:extLst>
                    <a:ext uri="{FF2B5EF4-FFF2-40B4-BE49-F238E27FC236}">
                      <a16:creationId xmlns:a16="http://schemas.microsoft.com/office/drawing/2014/main" id="{49004424-98F9-F35C-3B6E-02D9ECF10086}"/>
                    </a:ext>
                  </a:extLst>
                </p:cNvPr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5" h="112585" extrusionOk="0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977;p35">
                  <a:extLst>
                    <a:ext uri="{FF2B5EF4-FFF2-40B4-BE49-F238E27FC236}">
                      <a16:creationId xmlns:a16="http://schemas.microsoft.com/office/drawing/2014/main" id="{AC8651E1-5183-FEA3-39E2-0C980F27E4C0}"/>
                    </a:ext>
                  </a:extLst>
                </p:cNvPr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174" h="646842" extrusionOk="0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6" name="Google Shape;978;p35">
                  <a:extLst>
                    <a:ext uri="{FF2B5EF4-FFF2-40B4-BE49-F238E27FC236}">
                      <a16:creationId xmlns:a16="http://schemas.microsoft.com/office/drawing/2014/main" id="{69E4F7F6-1F8B-7398-B4FD-3404F707F465}"/>
                    </a:ext>
                  </a:extLst>
                </p:cNvPr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914" name="Google Shape;979;p35">
                    <a:extLst>
                      <a:ext uri="{FF2B5EF4-FFF2-40B4-BE49-F238E27FC236}">
                        <a16:creationId xmlns:a16="http://schemas.microsoft.com/office/drawing/2014/main" id="{D4575545-7B87-A5D6-6BA9-0291C6D9C576}"/>
                      </a:ext>
                    </a:extLst>
                  </p:cNvPr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292" h="416369" extrusionOk="0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5" name="Google Shape;980;p35">
                    <a:extLst>
                      <a:ext uri="{FF2B5EF4-FFF2-40B4-BE49-F238E27FC236}">
                        <a16:creationId xmlns:a16="http://schemas.microsoft.com/office/drawing/2014/main" id="{F40019D6-E5E6-E422-B5CD-144C4F8A2D51}"/>
                      </a:ext>
                    </a:extLst>
                  </p:cNvPr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227" h="411310" extrusionOk="0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97" name="Google Shape;981;p35">
                  <a:extLst>
                    <a:ext uri="{FF2B5EF4-FFF2-40B4-BE49-F238E27FC236}">
                      <a16:creationId xmlns:a16="http://schemas.microsoft.com/office/drawing/2014/main" id="{B805346B-D5CE-BD6F-C8AA-E9BE5E7807F2}"/>
                    </a:ext>
                  </a:extLst>
                </p:cNvPr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900" h="328180" extrusionOk="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982;p35">
                  <a:extLst>
                    <a:ext uri="{FF2B5EF4-FFF2-40B4-BE49-F238E27FC236}">
                      <a16:creationId xmlns:a16="http://schemas.microsoft.com/office/drawing/2014/main" id="{CE5BA694-5A12-DC11-9ADC-EE55F0F43686}"/>
                    </a:ext>
                  </a:extLst>
                </p:cNvPr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026" h="655791" extrusionOk="0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983;p35">
                  <a:extLst>
                    <a:ext uri="{FF2B5EF4-FFF2-40B4-BE49-F238E27FC236}">
                      <a16:creationId xmlns:a16="http://schemas.microsoft.com/office/drawing/2014/main" id="{882D0CDE-E40F-4408-71D3-191CECCFE76E}"/>
                    </a:ext>
                  </a:extLst>
                </p:cNvPr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09" h="118924" extrusionOk="0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0" name="Google Shape;984;p35">
                  <a:extLst>
                    <a:ext uri="{FF2B5EF4-FFF2-40B4-BE49-F238E27FC236}">
                      <a16:creationId xmlns:a16="http://schemas.microsoft.com/office/drawing/2014/main" id="{A7032FFD-A3C7-DCC3-8B38-C94BCE1B2E0C}"/>
                    </a:ext>
                  </a:extLst>
                </p:cNvPr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907" name="Google Shape;985;p35">
                    <a:extLst>
                      <a:ext uri="{FF2B5EF4-FFF2-40B4-BE49-F238E27FC236}">
                        <a16:creationId xmlns:a16="http://schemas.microsoft.com/office/drawing/2014/main" id="{84672A66-891B-EE34-893E-5E1DC937F4C4}"/>
                      </a:ext>
                    </a:extLst>
                  </p:cNvPr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4" h="63245" extrusionOk="0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8" name="Google Shape;986;p35">
                    <a:extLst>
                      <a:ext uri="{FF2B5EF4-FFF2-40B4-BE49-F238E27FC236}">
                        <a16:creationId xmlns:a16="http://schemas.microsoft.com/office/drawing/2014/main" id="{821FEFB1-22F6-039D-6264-1CDEDE663E6B}"/>
                      </a:ext>
                    </a:extLst>
                  </p:cNvPr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1" h="61531" extrusionOk="0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" name="Google Shape;987;p35">
                    <a:extLst>
                      <a:ext uri="{FF2B5EF4-FFF2-40B4-BE49-F238E27FC236}">
                        <a16:creationId xmlns:a16="http://schemas.microsoft.com/office/drawing/2014/main" id="{D317B2AE-00AF-4A68-F94B-814730CC880D}"/>
                      </a:ext>
                    </a:extLst>
                  </p:cNvPr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7524" extrusionOk="0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10" name="Google Shape;988;p35">
                    <a:extLst>
                      <a:ext uri="{FF2B5EF4-FFF2-40B4-BE49-F238E27FC236}">
                        <a16:creationId xmlns:a16="http://schemas.microsoft.com/office/drawing/2014/main" id="{2BE09181-BC9C-5B90-0AF1-5CA589530D45}"/>
                      </a:ext>
                    </a:extLst>
                  </p:cNvPr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912" name="Google Shape;989;p35">
                      <a:extLst>
                        <a:ext uri="{FF2B5EF4-FFF2-40B4-BE49-F238E27FC236}">
                          <a16:creationId xmlns:a16="http://schemas.microsoft.com/office/drawing/2014/main" id="{DAEB88D2-5458-C19B-E6E4-39E4D6E709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8191" extrusionOk="0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3" name="Google Shape;990;p35">
                      <a:extLst>
                        <a:ext uri="{FF2B5EF4-FFF2-40B4-BE49-F238E27FC236}">
                          <a16:creationId xmlns:a16="http://schemas.microsoft.com/office/drawing/2014/main" id="{42DA0CBD-90BF-BF4E-46D1-D8A532EED2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10286" extrusionOk="0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11" name="Google Shape;991;p35">
                    <a:extLst>
                      <a:ext uri="{FF2B5EF4-FFF2-40B4-BE49-F238E27FC236}">
                        <a16:creationId xmlns:a16="http://schemas.microsoft.com/office/drawing/2014/main" id="{4F6F52C8-9257-F7D6-AB84-09299C7D3BFC}"/>
                      </a:ext>
                    </a:extLst>
                  </p:cNvPr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85" h="7143" extrusionOk="0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01" name="Google Shape;992;p35">
                  <a:extLst>
                    <a:ext uri="{FF2B5EF4-FFF2-40B4-BE49-F238E27FC236}">
                      <a16:creationId xmlns:a16="http://schemas.microsoft.com/office/drawing/2014/main" id="{023D8248-D4FD-5893-4D2B-90D283E5AD23}"/>
                    </a:ext>
                  </a:extLst>
                </p:cNvPr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4" extrusionOk="0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2" name="Google Shape;993;p35">
                  <a:extLst>
                    <a:ext uri="{FF2B5EF4-FFF2-40B4-BE49-F238E27FC236}">
                      <a16:creationId xmlns:a16="http://schemas.microsoft.com/office/drawing/2014/main" id="{AFC62922-5A2D-3F86-DDCC-B7EEC6756545}"/>
                    </a:ext>
                  </a:extLst>
                </p:cNvPr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903" name="Google Shape;994;p35">
                    <a:extLst>
                      <a:ext uri="{FF2B5EF4-FFF2-40B4-BE49-F238E27FC236}">
                        <a16:creationId xmlns:a16="http://schemas.microsoft.com/office/drawing/2014/main" id="{9E852B1C-D773-DFD9-2CED-E253D95942A5}"/>
                      </a:ext>
                    </a:extLst>
                  </p:cNvPr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43" extrusionOk="0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4" name="Google Shape;995;p35">
                    <a:extLst>
                      <a:ext uri="{FF2B5EF4-FFF2-40B4-BE49-F238E27FC236}">
                        <a16:creationId xmlns:a16="http://schemas.microsoft.com/office/drawing/2014/main" id="{EC72D29F-8D93-E6EE-B29F-68FD8194BD85}"/>
                      </a:ext>
                    </a:extLst>
                  </p:cNvPr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43" extrusionOk="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5" name="Google Shape;996;p35">
                    <a:extLst>
                      <a:ext uri="{FF2B5EF4-FFF2-40B4-BE49-F238E27FC236}">
                        <a16:creationId xmlns:a16="http://schemas.microsoft.com/office/drawing/2014/main" id="{A8184AC4-2D6E-FFC6-7F33-B0C926AFC67E}"/>
                      </a:ext>
                    </a:extLst>
                  </p:cNvPr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" h="65" extrusionOk="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6" name="Google Shape;997;p35">
                    <a:extLst>
                      <a:ext uri="{FF2B5EF4-FFF2-40B4-BE49-F238E27FC236}">
                        <a16:creationId xmlns:a16="http://schemas.microsoft.com/office/drawing/2014/main" id="{65F21218-0AC3-D5ED-04AA-CE6104413F6A}"/>
                      </a:ext>
                    </a:extLst>
                  </p:cNvPr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56" extrusionOk="0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51" name="Google Shape;998;p35">
                <a:extLst>
                  <a:ext uri="{FF2B5EF4-FFF2-40B4-BE49-F238E27FC236}">
                    <a16:creationId xmlns:a16="http://schemas.microsoft.com/office/drawing/2014/main" id="{C6AAA59A-6BF7-A713-DE0F-F6F7DFAF0BE3}"/>
                  </a:ext>
                </a:extLst>
              </p:cNvPr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0" name="Google Shape;999;p35">
              <a:extLst>
                <a:ext uri="{FF2B5EF4-FFF2-40B4-BE49-F238E27FC236}">
                  <a16:creationId xmlns:a16="http://schemas.microsoft.com/office/drawing/2014/main" id="{033AE8D0-DE64-D3A7-D6D2-8BCE81911E76}"/>
                </a:ext>
              </a:extLst>
            </p:cNvPr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820" name="Google Shape;1000;p35">
                <a:extLst>
                  <a:ext uri="{FF2B5EF4-FFF2-40B4-BE49-F238E27FC236}">
                    <a16:creationId xmlns:a16="http://schemas.microsoft.com/office/drawing/2014/main" id="{D9CA251B-1B28-259C-1009-63F8B2874CF7}"/>
                  </a:ext>
                </a:extLst>
              </p:cNvPr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1001;p35">
                <a:extLst>
                  <a:ext uri="{FF2B5EF4-FFF2-40B4-BE49-F238E27FC236}">
                    <a16:creationId xmlns:a16="http://schemas.microsoft.com/office/drawing/2014/main" id="{2C0AED0F-8BE2-C312-A94C-FB5A60EBF606}"/>
                  </a:ext>
                </a:extLst>
              </p:cNvPr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1002;p35">
                <a:extLst>
                  <a:ext uri="{FF2B5EF4-FFF2-40B4-BE49-F238E27FC236}">
                    <a16:creationId xmlns:a16="http://schemas.microsoft.com/office/drawing/2014/main" id="{313486EE-4977-E946-5E80-82A787740902}"/>
                  </a:ext>
                </a:extLst>
              </p:cNvPr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1003;p35">
                <a:extLst>
                  <a:ext uri="{FF2B5EF4-FFF2-40B4-BE49-F238E27FC236}">
                    <a16:creationId xmlns:a16="http://schemas.microsoft.com/office/drawing/2014/main" id="{045A8F4F-673A-16E0-8178-87952D960A10}"/>
                  </a:ext>
                </a:extLst>
              </p:cNvPr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1004;p35">
                <a:extLst>
                  <a:ext uri="{FF2B5EF4-FFF2-40B4-BE49-F238E27FC236}">
                    <a16:creationId xmlns:a16="http://schemas.microsoft.com/office/drawing/2014/main" id="{3117B5C4-9513-7FE7-779D-5C17BF842279}"/>
                  </a:ext>
                </a:extLst>
              </p:cNvPr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1005;p35">
                <a:extLst>
                  <a:ext uri="{FF2B5EF4-FFF2-40B4-BE49-F238E27FC236}">
                    <a16:creationId xmlns:a16="http://schemas.microsoft.com/office/drawing/2014/main" id="{939B10A6-63EA-B790-CB30-3D643E34C065}"/>
                  </a:ext>
                </a:extLst>
              </p:cNvPr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1006;p35">
                <a:extLst>
                  <a:ext uri="{FF2B5EF4-FFF2-40B4-BE49-F238E27FC236}">
                    <a16:creationId xmlns:a16="http://schemas.microsoft.com/office/drawing/2014/main" id="{955A1E98-FECF-F040-FF64-216C6E0CE61F}"/>
                  </a:ext>
                </a:extLst>
              </p:cNvPr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1007;p35">
                <a:extLst>
                  <a:ext uri="{FF2B5EF4-FFF2-40B4-BE49-F238E27FC236}">
                    <a16:creationId xmlns:a16="http://schemas.microsoft.com/office/drawing/2014/main" id="{55D26F93-DB6C-CA19-EECC-82F9D199A78D}"/>
                  </a:ext>
                </a:extLst>
              </p:cNvPr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1008;p35">
                <a:extLst>
                  <a:ext uri="{FF2B5EF4-FFF2-40B4-BE49-F238E27FC236}">
                    <a16:creationId xmlns:a16="http://schemas.microsoft.com/office/drawing/2014/main" id="{5023C89E-1533-2272-448A-872A5ECFFBE5}"/>
                  </a:ext>
                </a:extLst>
              </p:cNvPr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1009;p35">
                <a:extLst>
                  <a:ext uri="{FF2B5EF4-FFF2-40B4-BE49-F238E27FC236}">
                    <a16:creationId xmlns:a16="http://schemas.microsoft.com/office/drawing/2014/main" id="{7EB5187F-3683-FCE9-FDF9-50E235C1FC13}"/>
                  </a:ext>
                </a:extLst>
              </p:cNvPr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1010;p35">
                <a:extLst>
                  <a:ext uri="{FF2B5EF4-FFF2-40B4-BE49-F238E27FC236}">
                    <a16:creationId xmlns:a16="http://schemas.microsoft.com/office/drawing/2014/main" id="{C9372AFA-4907-2618-972F-5A373A85618E}"/>
                  </a:ext>
                </a:extLst>
              </p:cNvPr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1011;p35">
                <a:extLst>
                  <a:ext uri="{FF2B5EF4-FFF2-40B4-BE49-F238E27FC236}">
                    <a16:creationId xmlns:a16="http://schemas.microsoft.com/office/drawing/2014/main" id="{326E20F5-68AA-185C-FA15-A7A5AED12ED9}"/>
                  </a:ext>
                </a:extLst>
              </p:cNvPr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1012;p35">
                <a:extLst>
                  <a:ext uri="{FF2B5EF4-FFF2-40B4-BE49-F238E27FC236}">
                    <a16:creationId xmlns:a16="http://schemas.microsoft.com/office/drawing/2014/main" id="{6E332EB8-BE0F-5C27-C066-6F0CED815DD0}"/>
                  </a:ext>
                </a:extLst>
              </p:cNvPr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1013;p35">
                <a:extLst>
                  <a:ext uri="{FF2B5EF4-FFF2-40B4-BE49-F238E27FC236}">
                    <a16:creationId xmlns:a16="http://schemas.microsoft.com/office/drawing/2014/main" id="{382CA60F-E364-C1BD-66CA-AD18E9EDFDC6}"/>
                  </a:ext>
                </a:extLst>
              </p:cNvPr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1014;p35">
                <a:extLst>
                  <a:ext uri="{FF2B5EF4-FFF2-40B4-BE49-F238E27FC236}">
                    <a16:creationId xmlns:a16="http://schemas.microsoft.com/office/drawing/2014/main" id="{FB5739D9-46C6-8FC5-C34E-9451ED419309}"/>
                  </a:ext>
                </a:extLst>
              </p:cNvPr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1015;p35">
                <a:extLst>
                  <a:ext uri="{FF2B5EF4-FFF2-40B4-BE49-F238E27FC236}">
                    <a16:creationId xmlns:a16="http://schemas.microsoft.com/office/drawing/2014/main" id="{991E9C24-0ECF-8A5C-943B-296B9F650046}"/>
                  </a:ext>
                </a:extLst>
              </p:cNvPr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1016;p35">
                <a:extLst>
                  <a:ext uri="{FF2B5EF4-FFF2-40B4-BE49-F238E27FC236}">
                    <a16:creationId xmlns:a16="http://schemas.microsoft.com/office/drawing/2014/main" id="{EE8F2607-8106-9E98-8579-73C85E9AD2AA}"/>
                  </a:ext>
                </a:extLst>
              </p:cNvPr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1017;p35">
                <a:extLst>
                  <a:ext uri="{FF2B5EF4-FFF2-40B4-BE49-F238E27FC236}">
                    <a16:creationId xmlns:a16="http://schemas.microsoft.com/office/drawing/2014/main" id="{5A24E268-1CA6-240F-A89C-4B9061A0FDB8}"/>
                  </a:ext>
                </a:extLst>
              </p:cNvPr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1018;p35">
                <a:extLst>
                  <a:ext uri="{FF2B5EF4-FFF2-40B4-BE49-F238E27FC236}">
                    <a16:creationId xmlns:a16="http://schemas.microsoft.com/office/drawing/2014/main" id="{FB8AA42F-177D-71C0-CC63-E0B51599B696}"/>
                  </a:ext>
                </a:extLst>
              </p:cNvPr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1019;p35">
                <a:extLst>
                  <a:ext uri="{FF2B5EF4-FFF2-40B4-BE49-F238E27FC236}">
                    <a16:creationId xmlns:a16="http://schemas.microsoft.com/office/drawing/2014/main" id="{5D504305-344B-9A73-9F37-AA6A10E86CDC}"/>
                  </a:ext>
                </a:extLst>
              </p:cNvPr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1020;p35">
                <a:extLst>
                  <a:ext uri="{FF2B5EF4-FFF2-40B4-BE49-F238E27FC236}">
                    <a16:creationId xmlns:a16="http://schemas.microsoft.com/office/drawing/2014/main" id="{72572030-833B-87F6-F4F7-0608AE1F32D4}"/>
                  </a:ext>
                </a:extLst>
              </p:cNvPr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1021;p35">
                <a:extLst>
                  <a:ext uri="{FF2B5EF4-FFF2-40B4-BE49-F238E27FC236}">
                    <a16:creationId xmlns:a16="http://schemas.microsoft.com/office/drawing/2014/main" id="{BDEEC0F3-40AB-46C8-C3C7-D685546340D2}"/>
                  </a:ext>
                </a:extLst>
              </p:cNvPr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1022;p35">
                <a:extLst>
                  <a:ext uri="{FF2B5EF4-FFF2-40B4-BE49-F238E27FC236}">
                    <a16:creationId xmlns:a16="http://schemas.microsoft.com/office/drawing/2014/main" id="{1339DDDD-6EF3-4CBD-BF61-3503566B0CAD}"/>
                  </a:ext>
                </a:extLst>
              </p:cNvPr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1023;p35">
                <a:extLst>
                  <a:ext uri="{FF2B5EF4-FFF2-40B4-BE49-F238E27FC236}">
                    <a16:creationId xmlns:a16="http://schemas.microsoft.com/office/drawing/2014/main" id="{F49F00BE-2E8F-80AF-0E57-864873E831E1}"/>
                  </a:ext>
                </a:extLst>
              </p:cNvPr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1024;p35">
                <a:extLst>
                  <a:ext uri="{FF2B5EF4-FFF2-40B4-BE49-F238E27FC236}">
                    <a16:creationId xmlns:a16="http://schemas.microsoft.com/office/drawing/2014/main" id="{FC5326F1-4AEC-07AD-C1B8-AD63068AFC0E}"/>
                  </a:ext>
                </a:extLst>
              </p:cNvPr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1025;p35">
                <a:extLst>
                  <a:ext uri="{FF2B5EF4-FFF2-40B4-BE49-F238E27FC236}">
                    <a16:creationId xmlns:a16="http://schemas.microsoft.com/office/drawing/2014/main" id="{0A7E6141-CDF0-E287-AC67-E769B0B685B7}"/>
                  </a:ext>
                </a:extLst>
              </p:cNvPr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1026;p35">
                <a:extLst>
                  <a:ext uri="{FF2B5EF4-FFF2-40B4-BE49-F238E27FC236}">
                    <a16:creationId xmlns:a16="http://schemas.microsoft.com/office/drawing/2014/main" id="{78724970-33FE-D25F-3F6A-60AAADB813E5}"/>
                  </a:ext>
                </a:extLst>
              </p:cNvPr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1027;p35">
                <a:extLst>
                  <a:ext uri="{FF2B5EF4-FFF2-40B4-BE49-F238E27FC236}">
                    <a16:creationId xmlns:a16="http://schemas.microsoft.com/office/drawing/2014/main" id="{DCC04A31-54D7-3617-6C72-C130A1FE9FC8}"/>
                  </a:ext>
                </a:extLst>
              </p:cNvPr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1028;p35">
                <a:extLst>
                  <a:ext uri="{FF2B5EF4-FFF2-40B4-BE49-F238E27FC236}">
                    <a16:creationId xmlns:a16="http://schemas.microsoft.com/office/drawing/2014/main" id="{77800443-7D70-F353-233E-AF0F65BC58E0}"/>
                  </a:ext>
                </a:extLst>
              </p:cNvPr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1029;p35">
                <a:extLst>
                  <a:ext uri="{FF2B5EF4-FFF2-40B4-BE49-F238E27FC236}">
                    <a16:creationId xmlns:a16="http://schemas.microsoft.com/office/drawing/2014/main" id="{E8CA9BDE-0CBC-C50B-C062-3BB980B4E4DF}"/>
                  </a:ext>
                </a:extLst>
              </p:cNvPr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1" name="Google Shape;1030;p35">
              <a:extLst>
                <a:ext uri="{FF2B5EF4-FFF2-40B4-BE49-F238E27FC236}">
                  <a16:creationId xmlns:a16="http://schemas.microsoft.com/office/drawing/2014/main" id="{539B90A0-6DC9-39DA-3E95-8AF9C7C1EF38}"/>
                </a:ext>
              </a:extLst>
            </p:cNvPr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811" name="Google Shape;1031;p35">
                <a:extLst>
                  <a:ext uri="{FF2B5EF4-FFF2-40B4-BE49-F238E27FC236}">
                    <a16:creationId xmlns:a16="http://schemas.microsoft.com/office/drawing/2014/main" id="{A3652490-2F90-BF8B-054F-0365C4AD7AB3}"/>
                  </a:ext>
                </a:extLst>
              </p:cNvPr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2" name="Google Shape;1032;p35">
                <a:extLst>
                  <a:ext uri="{FF2B5EF4-FFF2-40B4-BE49-F238E27FC236}">
                    <a16:creationId xmlns:a16="http://schemas.microsoft.com/office/drawing/2014/main" id="{35F652AB-65A3-FC27-2C1D-1E5D2B4CC81B}"/>
                  </a:ext>
                </a:extLst>
              </p:cNvPr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813" name="Google Shape;1033;p35">
                <a:extLst>
                  <a:ext uri="{FF2B5EF4-FFF2-40B4-BE49-F238E27FC236}">
                    <a16:creationId xmlns:a16="http://schemas.microsoft.com/office/drawing/2014/main" id="{A6D86CC7-7408-72E1-1DAF-D10B03530C48}"/>
                  </a:ext>
                </a:extLst>
              </p:cNvPr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1034;p35">
                <a:extLst>
                  <a:ext uri="{FF2B5EF4-FFF2-40B4-BE49-F238E27FC236}">
                    <a16:creationId xmlns:a16="http://schemas.microsoft.com/office/drawing/2014/main" id="{D141ABA6-E390-1736-9E28-E8A2591E96F9}"/>
                  </a:ext>
                </a:extLst>
              </p:cNvPr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1035;p35">
                <a:extLst>
                  <a:ext uri="{FF2B5EF4-FFF2-40B4-BE49-F238E27FC236}">
                    <a16:creationId xmlns:a16="http://schemas.microsoft.com/office/drawing/2014/main" id="{1CDDFA59-3FAF-092A-78FC-7C4CE059F822}"/>
                  </a:ext>
                </a:extLst>
              </p:cNvPr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1036;p35">
                <a:extLst>
                  <a:ext uri="{FF2B5EF4-FFF2-40B4-BE49-F238E27FC236}">
                    <a16:creationId xmlns:a16="http://schemas.microsoft.com/office/drawing/2014/main" id="{C73289FE-A580-D500-E0DD-98926C550F1B}"/>
                  </a:ext>
                </a:extLst>
              </p:cNvPr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1037;p35">
                <a:extLst>
                  <a:ext uri="{FF2B5EF4-FFF2-40B4-BE49-F238E27FC236}">
                    <a16:creationId xmlns:a16="http://schemas.microsoft.com/office/drawing/2014/main" id="{3DA21271-1A91-631A-9784-61C0AB7838F3}"/>
                  </a:ext>
                </a:extLst>
              </p:cNvPr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1038;p35">
                <a:extLst>
                  <a:ext uri="{FF2B5EF4-FFF2-40B4-BE49-F238E27FC236}">
                    <a16:creationId xmlns:a16="http://schemas.microsoft.com/office/drawing/2014/main" id="{C083B470-DBCA-41FA-1266-A3B3A9345963}"/>
                  </a:ext>
                </a:extLst>
              </p:cNvPr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1039;p35">
                <a:extLst>
                  <a:ext uri="{FF2B5EF4-FFF2-40B4-BE49-F238E27FC236}">
                    <a16:creationId xmlns:a16="http://schemas.microsoft.com/office/drawing/2014/main" id="{A93345E1-B997-C68F-CAD0-6168C0075B18}"/>
                  </a:ext>
                </a:extLst>
              </p:cNvPr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2" name="Google Shape;1040;p35">
              <a:extLst>
                <a:ext uri="{FF2B5EF4-FFF2-40B4-BE49-F238E27FC236}">
                  <a16:creationId xmlns:a16="http://schemas.microsoft.com/office/drawing/2014/main" id="{553FD7DD-82E6-662F-FAEF-71A33484E3DD}"/>
                </a:ext>
              </a:extLst>
            </p:cNvPr>
            <p:cNvSpPr/>
            <p:nvPr/>
          </p:nvSpPr>
          <p:spPr>
            <a:xfrm>
              <a:off x="6775158" y="290718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1041;p35">
              <a:extLst>
                <a:ext uri="{FF2B5EF4-FFF2-40B4-BE49-F238E27FC236}">
                  <a16:creationId xmlns:a16="http://schemas.microsoft.com/office/drawing/2014/main" id="{CE2B71A6-598B-97A2-D867-5154F651D31A}"/>
                </a:ext>
              </a:extLst>
            </p:cNvPr>
            <p:cNvSpPr/>
            <p:nvPr/>
          </p:nvSpPr>
          <p:spPr>
            <a:xfrm>
              <a:off x="8466784" y="100826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4" name="Google Shape;1042;p35">
              <a:extLst>
                <a:ext uri="{FF2B5EF4-FFF2-40B4-BE49-F238E27FC236}">
                  <a16:creationId xmlns:a16="http://schemas.microsoft.com/office/drawing/2014/main" id="{A41609C0-B3B3-9494-ACDF-8497AC3C61D1}"/>
                </a:ext>
              </a:extLst>
            </p:cNvPr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809" name="Google Shape;1043;p35">
                <a:extLst>
                  <a:ext uri="{FF2B5EF4-FFF2-40B4-BE49-F238E27FC236}">
                    <a16:creationId xmlns:a16="http://schemas.microsoft.com/office/drawing/2014/main" id="{838B8935-90A5-D9D2-07FC-3C9444EDFBC4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1044;p35">
                <a:extLst>
                  <a:ext uri="{FF2B5EF4-FFF2-40B4-BE49-F238E27FC236}">
                    <a16:creationId xmlns:a16="http://schemas.microsoft.com/office/drawing/2014/main" id="{FB312104-593E-7A94-893F-EB73BB2AAC31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5" name="Google Shape;1045;p35">
              <a:extLst>
                <a:ext uri="{FF2B5EF4-FFF2-40B4-BE49-F238E27FC236}">
                  <a16:creationId xmlns:a16="http://schemas.microsoft.com/office/drawing/2014/main" id="{A78F08E3-5ED8-F1F2-5139-1FB2FECA9271}"/>
                </a:ext>
              </a:extLst>
            </p:cNvPr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796" name="Google Shape;1046;p35">
                <a:extLst>
                  <a:ext uri="{FF2B5EF4-FFF2-40B4-BE49-F238E27FC236}">
                    <a16:creationId xmlns:a16="http://schemas.microsoft.com/office/drawing/2014/main" id="{4297AACC-D395-530C-56C3-D1F558070A14}"/>
                  </a:ext>
                </a:extLst>
              </p:cNvPr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1047;p35">
                <a:extLst>
                  <a:ext uri="{FF2B5EF4-FFF2-40B4-BE49-F238E27FC236}">
                    <a16:creationId xmlns:a16="http://schemas.microsoft.com/office/drawing/2014/main" id="{7FB5AB8D-2D69-BF64-83E4-AA459B891F7B}"/>
                  </a:ext>
                </a:extLst>
              </p:cNvPr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1048;p35">
                <a:extLst>
                  <a:ext uri="{FF2B5EF4-FFF2-40B4-BE49-F238E27FC236}">
                    <a16:creationId xmlns:a16="http://schemas.microsoft.com/office/drawing/2014/main" id="{60EBA1A8-1DB8-0E17-482C-550335E71180}"/>
                  </a:ext>
                </a:extLst>
              </p:cNvPr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1049;p35">
                <a:extLst>
                  <a:ext uri="{FF2B5EF4-FFF2-40B4-BE49-F238E27FC236}">
                    <a16:creationId xmlns:a16="http://schemas.microsoft.com/office/drawing/2014/main" id="{95F1CAEC-5718-DAE5-E886-1C8A2191A58E}"/>
                  </a:ext>
                </a:extLst>
              </p:cNvPr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1050;p35">
                <a:extLst>
                  <a:ext uri="{FF2B5EF4-FFF2-40B4-BE49-F238E27FC236}">
                    <a16:creationId xmlns:a16="http://schemas.microsoft.com/office/drawing/2014/main" id="{927D08DC-C2F9-98E9-495F-4D59A73F850B}"/>
                  </a:ext>
                </a:extLst>
              </p:cNvPr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1051;p35">
                <a:extLst>
                  <a:ext uri="{FF2B5EF4-FFF2-40B4-BE49-F238E27FC236}">
                    <a16:creationId xmlns:a16="http://schemas.microsoft.com/office/drawing/2014/main" id="{75CEBD74-A01D-16C0-EE0A-2B55E4F2D542}"/>
                  </a:ext>
                </a:extLst>
              </p:cNvPr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1052;p35">
                <a:extLst>
                  <a:ext uri="{FF2B5EF4-FFF2-40B4-BE49-F238E27FC236}">
                    <a16:creationId xmlns:a16="http://schemas.microsoft.com/office/drawing/2014/main" id="{905C4353-A6F0-AA84-A1B2-6CF15E6246B2}"/>
                  </a:ext>
                </a:extLst>
              </p:cNvPr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1053;p35">
                <a:extLst>
                  <a:ext uri="{FF2B5EF4-FFF2-40B4-BE49-F238E27FC236}">
                    <a16:creationId xmlns:a16="http://schemas.microsoft.com/office/drawing/2014/main" id="{8E5EA164-0C29-69E1-4CF4-BDFB7F074F05}"/>
                  </a:ext>
                </a:extLst>
              </p:cNvPr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1054;p35">
                <a:extLst>
                  <a:ext uri="{FF2B5EF4-FFF2-40B4-BE49-F238E27FC236}">
                    <a16:creationId xmlns:a16="http://schemas.microsoft.com/office/drawing/2014/main" id="{6A402461-984E-4049-2373-271803320C54}"/>
                  </a:ext>
                </a:extLst>
              </p:cNvPr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1055;p35">
                <a:extLst>
                  <a:ext uri="{FF2B5EF4-FFF2-40B4-BE49-F238E27FC236}">
                    <a16:creationId xmlns:a16="http://schemas.microsoft.com/office/drawing/2014/main" id="{A43860F1-87B3-E30A-7555-2901749309B5}"/>
                  </a:ext>
                </a:extLst>
              </p:cNvPr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1056;p35">
                <a:extLst>
                  <a:ext uri="{FF2B5EF4-FFF2-40B4-BE49-F238E27FC236}">
                    <a16:creationId xmlns:a16="http://schemas.microsoft.com/office/drawing/2014/main" id="{7065A5CB-190A-624A-444E-15D1BF3B59BA}"/>
                  </a:ext>
                </a:extLst>
              </p:cNvPr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1057;p35">
                <a:extLst>
                  <a:ext uri="{FF2B5EF4-FFF2-40B4-BE49-F238E27FC236}">
                    <a16:creationId xmlns:a16="http://schemas.microsoft.com/office/drawing/2014/main" id="{01DA6009-9BDB-9D2F-CA1D-B5A561295597}"/>
                  </a:ext>
                </a:extLst>
              </p:cNvPr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1058;p35">
                <a:extLst>
                  <a:ext uri="{FF2B5EF4-FFF2-40B4-BE49-F238E27FC236}">
                    <a16:creationId xmlns:a16="http://schemas.microsoft.com/office/drawing/2014/main" id="{24164640-CF79-9B06-A01E-B3EA1A25FEFA}"/>
                  </a:ext>
                </a:extLst>
              </p:cNvPr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21758B22-6C1B-1A84-AB52-BD86BFC60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879" y="1850863"/>
            <a:ext cx="4559700" cy="1303500"/>
          </a:xfrm>
        </p:spPr>
        <p:txBody>
          <a:bodyPr/>
          <a:lstStyle/>
          <a:p>
            <a:r>
              <a:rPr lang="pt-BR" dirty="0"/>
              <a:t>Obrigado (a) !</a:t>
            </a:r>
          </a:p>
        </p:txBody>
      </p:sp>
      <p:pic>
        <p:nvPicPr>
          <p:cNvPr id="4" name="Áudio 3">
            <a:hlinkClick r:id="" action="ppaction://media"/>
            <a:extLst>
              <a:ext uri="{FF2B5EF4-FFF2-40B4-BE49-F238E27FC236}">
                <a16:creationId xmlns:a16="http://schemas.microsoft.com/office/drawing/2014/main" id="{7CC9644C-D2FA-ECB2-CA31-CC53F5D183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002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4"/>
    </mc:Choice>
    <mc:Fallback>
      <p:transition spd="slow" advTm="1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</TotalTime>
  <Words>1412</Words>
  <Application>Microsoft Office PowerPoint</Application>
  <PresentationFormat>Apresentação na tela (16:9)</PresentationFormat>
  <Paragraphs>118</Paragraphs>
  <Slides>16</Slides>
  <Notes>16</Notes>
  <HiddenSlides>2</HiddenSlides>
  <MMClips>14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Calibri</vt:lpstr>
      <vt:lpstr>DM Sans</vt:lpstr>
      <vt:lpstr>Nunito Light</vt:lpstr>
      <vt:lpstr>Arial</vt:lpstr>
      <vt:lpstr>Anaheim</vt:lpstr>
      <vt:lpstr>Baloo 2 ExtraBold</vt:lpstr>
      <vt:lpstr>ADLaM Display</vt:lpstr>
      <vt:lpstr>Statistics and Data Analysis - 6th Grade by Slidesgo</vt:lpstr>
      <vt:lpstr>Tech Challenge</vt:lpstr>
      <vt:lpstr>Ia para NPS preditivo</vt:lpstr>
      <vt:lpstr>NPS: o Termômetro de Fidelidade</vt:lpstr>
      <vt:lpstr>Como diferentes áreas ganham com este projeto?</vt:lpstr>
      <vt:lpstr>O que estamos tentando prever?</vt:lpstr>
      <vt:lpstr>Diagnóstico: Um cenário alarmante</vt:lpstr>
      <vt:lpstr>Apresentação do PowerPoint</vt:lpstr>
      <vt:lpstr>Quem é o nosso cliente?</vt:lpstr>
      <vt:lpstr>Onde estamos perdendo o cliente?</vt:lpstr>
      <vt:lpstr>Distribuições</vt:lpstr>
      <vt:lpstr>Onde estamos perdendo o cliente?</vt:lpstr>
      <vt:lpstr>Onde estamos perdendo o cliente?</vt:lpstr>
      <vt:lpstr>Estatégia Preditiva</vt:lpstr>
      <vt:lpstr>Saving estimado</vt:lpstr>
      <vt:lpstr>Recomendações</vt:lpstr>
      <vt:lpstr>Obrigado (a)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Luiza</dc:creator>
  <cp:lastModifiedBy>Vitória Santos</cp:lastModifiedBy>
  <cp:revision>25</cp:revision>
  <dcterms:modified xsi:type="dcterms:W3CDTF">2026-05-04T04:24:10Z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d0459ad-4eb7-43ee-b2e0-a4f39d08f16c_Enabled">
    <vt:lpwstr>true</vt:lpwstr>
  </property>
  <property fmtid="{D5CDD505-2E9C-101B-9397-08002B2CF9AE}" pid="3" name="MSIP_Label_ad0459ad-4eb7-43ee-b2e0-a4f39d08f16c_SetDate">
    <vt:lpwstr>2026-04-28T12:12:07Z</vt:lpwstr>
  </property>
  <property fmtid="{D5CDD505-2E9C-101B-9397-08002B2CF9AE}" pid="4" name="MSIP_Label_ad0459ad-4eb7-43ee-b2e0-a4f39d08f16c_Method">
    <vt:lpwstr>Privileged</vt:lpwstr>
  </property>
  <property fmtid="{D5CDD505-2E9C-101B-9397-08002B2CF9AE}" pid="5" name="MSIP_Label_ad0459ad-4eb7-43ee-b2e0-a4f39d08f16c_Name">
    <vt:lpwstr>Private</vt:lpwstr>
  </property>
  <property fmtid="{D5CDD505-2E9C-101B-9397-08002B2CF9AE}" pid="6" name="MSIP_Label_ad0459ad-4eb7-43ee-b2e0-a4f39d08f16c_SiteId">
    <vt:lpwstr>1b5ba8a2-315d-45ce-959a-42b748c01de7</vt:lpwstr>
  </property>
  <property fmtid="{D5CDD505-2E9C-101B-9397-08002B2CF9AE}" pid="7" name="MSIP_Label_ad0459ad-4eb7-43ee-b2e0-a4f39d08f16c_ActionId">
    <vt:lpwstr>47d3433e-c9ba-4eed-9cc7-e9d470983a33</vt:lpwstr>
  </property>
  <property fmtid="{D5CDD505-2E9C-101B-9397-08002B2CF9AE}" pid="8" name="MSIP_Label_ad0459ad-4eb7-43ee-b2e0-a4f39d08f16c_ContentBits">
    <vt:lpwstr>0</vt:lpwstr>
  </property>
  <property fmtid="{D5CDD505-2E9C-101B-9397-08002B2CF9AE}" pid="9" name="MSIP_Label_ad0459ad-4eb7-43ee-b2e0-a4f39d08f16c_Tag">
    <vt:lpwstr>10, 0, 1, 1</vt:lpwstr>
  </property>
</Properties>
</file>